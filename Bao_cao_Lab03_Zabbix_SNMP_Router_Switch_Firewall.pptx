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70372cc614637" /><Relationship Type="http://schemas.openxmlformats.org/officeDocument/2006/relationships/extended-properties" Target="/docProps/app.xml" Id="R0dc616ebd93d41f1" /><Relationship Type="http://schemas.openxmlformats.org/officeDocument/2006/relationships/officeDocument" Target="/ppt/presentation.xml" Id="R79aec7b99f45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01992f06b430e"/>
  </p:sldMasterIdLst>
  <p:notesMasterIdLst>
    <p:notesMasterId xmlns:r="http://schemas.openxmlformats.org/officeDocument/2006/relationships" r:id="R27da1888df50450c"/>
  </p:notesMasterIdLst>
  <p:sldIdLst>
    <p:sldId xmlns:r="http://schemas.openxmlformats.org/officeDocument/2006/relationships" id="256" r:id="Rb64243dd4b304c7d"/>
    <p:sldId xmlns:r="http://schemas.openxmlformats.org/officeDocument/2006/relationships" id="257" r:id="R03e6879650f7424f"/>
    <p:sldId xmlns:r="http://schemas.openxmlformats.org/officeDocument/2006/relationships" id="258" r:id="R170cd31e0ab44342"/>
    <p:sldId xmlns:r="http://schemas.openxmlformats.org/officeDocument/2006/relationships" id="259" r:id="Rf30815530a81438b"/>
    <p:sldId xmlns:r="http://schemas.openxmlformats.org/officeDocument/2006/relationships" id="260" r:id="R4d1bbe0763a94cec"/>
    <p:sldId xmlns:r="http://schemas.openxmlformats.org/officeDocument/2006/relationships" id="261" r:id="Rb55c45eb0ed9459c"/>
    <p:sldId xmlns:r="http://schemas.openxmlformats.org/officeDocument/2006/relationships" id="262" r:id="Rff81588d3ccf4c87"/>
    <p:sldId xmlns:r="http://schemas.openxmlformats.org/officeDocument/2006/relationships" id="263" r:id="R5bd6276073874086"/>
    <p:sldId xmlns:r="http://schemas.openxmlformats.org/officeDocument/2006/relationships" id="264" r:id="R48b0360a072a41b9"/>
    <p:sldId xmlns:r="http://schemas.openxmlformats.org/officeDocument/2006/relationships" id="265" r:id="R68d77e49c7b44944"/>
    <p:sldId xmlns:r="http://schemas.openxmlformats.org/officeDocument/2006/relationships" id="266" r:id="Rd0c6b0aec2bf46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d488e083c4d8b" /><Relationship Type="http://schemas.openxmlformats.org/officeDocument/2006/relationships/slideMaster" Target="/ppt/slideMasters/slideMaster1.xml" Id="R14501992f06b430e" /><Relationship Type="http://schemas.openxmlformats.org/officeDocument/2006/relationships/notesMaster" Target="/ppt/notesMasters/notesMaster1.xml" Id="R27da1888df50450c" /><Relationship Type="http://schemas.openxmlformats.org/officeDocument/2006/relationships/presProps" Target="/ppt/presProps.xml" Id="R5f571d2700bd4662" /><Relationship Type="http://schemas.openxmlformats.org/officeDocument/2006/relationships/viewProps" Target="/ppt/viewProps.xml" Id="R9a8a059139bb480a" /><Relationship Type="http://schemas.openxmlformats.org/officeDocument/2006/relationships/tableStyles" Target="/ppt/tableStyles.xml" Id="R47baf929b52a4d3f" /><Relationship Type="http://schemas.openxmlformats.org/officeDocument/2006/relationships/slide" Target="/ppt/slides/slide1.xml" Id="Rb64243dd4b304c7d" /><Relationship Type="http://schemas.openxmlformats.org/officeDocument/2006/relationships/slide" Target="/ppt/slides/slide2.xml" Id="R03e6879650f7424f" /><Relationship Type="http://schemas.openxmlformats.org/officeDocument/2006/relationships/slide" Target="/ppt/slides/slide3.xml" Id="R170cd31e0ab44342" /><Relationship Type="http://schemas.openxmlformats.org/officeDocument/2006/relationships/slide" Target="/ppt/slides/slide4.xml" Id="Rf30815530a81438b" /><Relationship Type="http://schemas.openxmlformats.org/officeDocument/2006/relationships/slide" Target="/ppt/slides/slide5.xml" Id="R4d1bbe0763a94cec" /><Relationship Type="http://schemas.openxmlformats.org/officeDocument/2006/relationships/slide" Target="/ppt/slides/slide6.xml" Id="Rb55c45eb0ed9459c" /><Relationship Type="http://schemas.openxmlformats.org/officeDocument/2006/relationships/slide" Target="/ppt/slides/slide7.xml" Id="Rff81588d3ccf4c87" /><Relationship Type="http://schemas.openxmlformats.org/officeDocument/2006/relationships/slide" Target="/ppt/slides/slide8.xml" Id="R5bd6276073874086" /><Relationship Type="http://schemas.openxmlformats.org/officeDocument/2006/relationships/slide" Target="/ppt/slides/slide9.xml" Id="R48b0360a072a41b9" /><Relationship Type="http://schemas.openxmlformats.org/officeDocument/2006/relationships/slide" Target="/ppt/slides/slide10.xml" Id="R68d77e49c7b44944" /><Relationship Type="http://schemas.openxmlformats.org/officeDocument/2006/relationships/slide" Target="/ppt/slides/slide11.xml" Id="Rd0c6b0aec2bf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7ceecb79c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c71dfe0982460e" /><Relationship Type="http://schemas.openxmlformats.org/officeDocument/2006/relationships/notesMaster" Target="/ppt/notesMasters/notesMaster1.xml" Id="Rf6ead1ee2624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90ddd592441aa" /><Relationship Type="http://schemas.openxmlformats.org/officeDocument/2006/relationships/notesMaster" Target="/ppt/notesMasters/notesMaster1.xml" Id="Raeb8dc017efd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d0b3fc685c4cd2" /><Relationship Type="http://schemas.openxmlformats.org/officeDocument/2006/relationships/notesMaster" Target="/ppt/notesMasters/notesMaster1.xml" Id="R6b098abb12794f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88c92962254f77" /><Relationship Type="http://schemas.openxmlformats.org/officeDocument/2006/relationships/notesMaster" Target="/ppt/notesMasters/notesMaster1.xml" Id="Rc6dc86a0fd5d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0d683fd8b04c46" /><Relationship Type="http://schemas.openxmlformats.org/officeDocument/2006/relationships/notesMaster" Target="/ppt/notesMasters/notesMaster1.xml" Id="Rc0e91a3bd20041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b152449e7f4ec9" /><Relationship Type="http://schemas.openxmlformats.org/officeDocument/2006/relationships/notesMaster" Target="/ppt/notesMasters/notesMaster1.xml" Id="Rc0e03273c579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06f4936b24ac0" /><Relationship Type="http://schemas.openxmlformats.org/officeDocument/2006/relationships/notesMaster" Target="/ppt/notesMasters/notesMaster1.xml" Id="Rd574a5ab18d146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8da4c621b54a44" /><Relationship Type="http://schemas.openxmlformats.org/officeDocument/2006/relationships/notesMaster" Target="/ppt/notesMasters/notesMaster1.xml" Id="R9572693c1e4546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a251b37b9f4338" /><Relationship Type="http://schemas.openxmlformats.org/officeDocument/2006/relationships/notesMaster" Target="/ppt/notesMasters/notesMaster1.xml" Id="Rcf2da6ac3a8844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c8e10f9e045b9" /><Relationship Type="http://schemas.openxmlformats.org/officeDocument/2006/relationships/notesMaster" Target="/ppt/notesMasters/notesMaster1.xml" Id="R8edf5f1dae5d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93ddeb480b4fcd" /><Relationship Type="http://schemas.openxmlformats.org/officeDocument/2006/relationships/notesMaster" Target="/ppt/notesMasters/notesMaster1.xml" Id="Rdd7348b581cd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290170e25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6a5efe9b504bb3" /><Relationship Type="http://schemas.openxmlformats.org/officeDocument/2006/relationships/slideLayout" Target="/ppt/slideLayouts/slideLayout1.xml" Id="R5f1e8acbd6cd4e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1e8acbd6cd4e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95fb0e7a4853" /><Relationship Type="http://schemas.openxmlformats.org/officeDocument/2006/relationships/image" Target="/ppt/media/image.png" Id="R0c96a8c3c59c46af" /><Relationship Type="http://schemas.openxmlformats.org/officeDocument/2006/relationships/notesSlide" Target="/ppt/notesSlides/notesSlide1.xml" Id="Rdb0ac8e2d9f3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ce211dedc4842" /><Relationship Type="http://schemas.openxmlformats.org/officeDocument/2006/relationships/notesSlide" Target="/ppt/notesSlides/notesSlide2.xml" Id="R7a6711a6cd8044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053f5662f46e6" /><Relationship Type="http://schemas.openxmlformats.org/officeDocument/2006/relationships/image" Target="/ppt/media/image2.png" Id="Rf9aefa2d99694a9b" /><Relationship Type="http://schemas.openxmlformats.org/officeDocument/2006/relationships/notesSlide" Target="/ppt/notesSlides/notesSlide3.xml" Id="Rfb9f1af9745d45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1c3e988ba4c68" /><Relationship Type="http://schemas.openxmlformats.org/officeDocument/2006/relationships/image" Target="/ppt/media/image3.png" Id="Rdc9d1c6f73b54066" /><Relationship Type="http://schemas.openxmlformats.org/officeDocument/2006/relationships/notesSlide" Target="/ppt/notesSlides/notesSlide4.xml" Id="R4df153f896d7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305ca76345b3" /><Relationship Type="http://schemas.openxmlformats.org/officeDocument/2006/relationships/image" Target="/ppt/media/image4.png" Id="R146d084aef3b4a0c" /><Relationship Type="http://schemas.openxmlformats.org/officeDocument/2006/relationships/image" Target="/ppt/media/image5.png" Id="R457a0d38b66840c9" /><Relationship Type="http://schemas.openxmlformats.org/officeDocument/2006/relationships/notesSlide" Target="/ppt/notesSlides/notesSlide5.xml" Id="Rd3cf08de5e0e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f3f3d2d494812" /><Relationship Type="http://schemas.openxmlformats.org/officeDocument/2006/relationships/image" Target="/ppt/media/image6.png" Id="R6035ce35cd6541ba" /><Relationship Type="http://schemas.openxmlformats.org/officeDocument/2006/relationships/notesSlide" Target="/ppt/notesSlides/notesSlide6.xml" Id="Re1bd50366da543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7a11c83d04033" /><Relationship Type="http://schemas.openxmlformats.org/officeDocument/2006/relationships/image" Target="/ppt/media/image7.png" Id="R941fb3877e664810" /><Relationship Type="http://schemas.openxmlformats.org/officeDocument/2006/relationships/image" Target="/ppt/media/image8.png" Id="R8dfe61bdbd1a4fe3" /><Relationship Type="http://schemas.openxmlformats.org/officeDocument/2006/relationships/notesSlide" Target="/ppt/notesSlides/notesSlide7.xml" Id="Rf84bed010a9a4b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d2c16e8cf45b7" /><Relationship Type="http://schemas.openxmlformats.org/officeDocument/2006/relationships/image" Target="/ppt/media/image9.png" Id="R46360aeb858541ff" /><Relationship Type="http://schemas.openxmlformats.org/officeDocument/2006/relationships/notesSlide" Target="/ppt/notesSlides/notesSlide8.xml" Id="R0c03d09bdc9347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8a660208747da" /><Relationship Type="http://schemas.openxmlformats.org/officeDocument/2006/relationships/image" Target="/ppt/media/image10.png" Id="Rd1af3c4b7f024026" /><Relationship Type="http://schemas.openxmlformats.org/officeDocument/2006/relationships/image" Target="/ppt/media/image11.png" Id="Rbb30bf3862d54e93" /><Relationship Type="http://schemas.openxmlformats.org/officeDocument/2006/relationships/notesSlide" Target="/ppt/notesSlides/notesSlide9.xml" Id="Rb1fa564157a844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8c96c41d44fc8" /><Relationship Type="http://schemas.openxmlformats.org/officeDocument/2006/relationships/image" Target="/ppt/media/image12.png" Id="Re2aa64799edd4d9b" /><Relationship Type="http://schemas.openxmlformats.org/officeDocument/2006/relationships/image" Target="/ppt/media/image13.png" Id="R792f46417b8a415f" /><Relationship Type="http://schemas.openxmlformats.org/officeDocument/2006/relationships/notesSlide" Target="/ppt/notesSlides/notesSlide10.xml" Id="R1593edf178564e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b90bdb2346c3" /><Relationship Type="http://schemas.openxmlformats.org/officeDocument/2006/relationships/notesSlide" Target="/ppt/notesSlides/notesSlide11.xml" Id="Rb7b07acf0e8d42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21311-D1C1-4B2A-9D48-7FA48AF9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6a8c3c59c46af"/>
          <a:srcRect xmlns:a="http://schemas.openxmlformats.org/drawingml/2006/main" l="20455" t="0" r="2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762000"/>
            <a:ext cx="5810250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EF9F-1F2C-454D-8E86-ED45FCA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1ABE1-0D5E-4D17-B628-A262543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LAB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9E3EF-4DB8-46D8-81DC-2E2D5DA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Giám sát Router, Switch, Firewall bằng Zabbix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DD52F-8029-4AAB-9005-7EE082B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SNMP polling qua SNMPSim, trigger cảnh báo và gửi alert qua Web, Email, Telegram/SMS hoặc call gateway.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D0D5-9E22-4A40-A86D-980D4F08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485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AF1F-C4A4-414D-A19A-DD93CC2E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E1B52-60FB-4CDB-8211-3BDD000E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Thiết bị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EEDDD-6657-405C-AD6C-BFF95CAE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1485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E1D98-34E3-43B4-8327-1A4A3E0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291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6F05A-CE48-4F89-9C71-543C0A1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91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Metric chính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A897A-FF3A-4F17-823A-8D0FB019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1485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28BD3-C8D0-4600-A2B8-0A6C71AD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291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Web+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DF30D-2F68-479C-94C1-ACFAE53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91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41548-704B-4D2F-9107-35F6878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Router | Switch | Firewall | Server</a:t>
            </a:r>
          </a:p>
        </p:txBody>
      </p:sp>
    </p:spTree>
    <p:extLst>
      <p:ext uri="{BB962C8B-B14F-4D97-AF65-F5344CB8AC3E}">
        <p14:creationId xmlns:p14="http://schemas.microsoft.com/office/powerpoint/2010/main" val="813449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66343-45AC-42D6-93EC-CD06F80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6EAAE-94FB-40E9-9790-EFAAF857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78390-8A18-43A9-BC15-F0D0D24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30093-964B-4C58-B8CC-CDA7CE5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Zabbix biến dữ liệu SNMP thành cảnh báo vận hành tập trung.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BB0E6-D452-483A-B763-DCB1683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Bài lab chứng minh đủ ba lớp: nguồn metric, thu thập định kỳ, và cảnh báo khi vượt ngưỡng.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14B38-EE22-40B0-B05F-D559695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E5D09-D3C7-400B-9846-E8E4B72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6D9EB-AA71-454F-BB09-323629E0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0BFD1-AED9-4D11-A100-37128D72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Nguồn 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97CA9-AF6C-4BE6-BA14-F1DFC6A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838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SNMPSim giả lập Router, Switch, Firewall và Server. Mỗi thiết bị có community riêng và OID riêng.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FECA1-F0C0-4914-A087-83914AB7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BE269-A6F4-4A11-B033-D2391322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3C0B7-F4C9-4239-9499-23800F92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24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Thu thập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12532-A6EF-4783-BBC3-DA0829C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28950"/>
            <a:ext cx="2838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Zabbix poll SNMPv2c qua UDP 1161. Items đọc CPU, RAM, disk, sessions, traffic counters và load average.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0B147-E41E-4295-9219-7D355BC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6245-8F77-452F-A876-4EBC997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2A0C6-2C26-454F-9C09-F6075EA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D65DB-3BAD-49A0-87E9-5300D67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2838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Triggers phân loại Warning/High. Actions gửi Web, Email, Telegram/SMS hoặc call gateway.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60108-68B5-46AF-B5C2-223257BF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276600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79BE9-90CB-4854-93AF-91707993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5A4B0-6F34-4C2A-A23C-77672326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276600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6D303-5349-4916-B600-3AE98CC2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69038-3FD5-4D30-8D54-E3E54884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Kết quả cần chứng minh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FD8CE-149D-49A5-867F-8F39F0B3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B4CAA-0858-44FB-9409-A62FD642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snmpwalk trả về sysName/OID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7C781-AFEB-4CD0-891A-21F10490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89F72-E19E-4946-AB88-B7C34E0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2101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Latest data có giá trị cập nhật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9270B-2F53-4F5B-B350-E8CB3D2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BBB47-CAE3-4F4A-8EB5-12C8EC6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01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Problems xuất hiện khi Force High 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1E28D-7A6B-4507-A3A7-A768EE6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562B6-F9DF-4115-BBA8-11CAF62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21017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Action log ghi nhận alert đã gửi</a:t>
            </a:r>
          </a:p>
        </p:txBody>
      </p:sp>
    </p:spTree>
    <p:extLst>
      <p:ext uri="{BB962C8B-B14F-4D97-AF65-F5344CB8AC3E}">
        <p14:creationId xmlns:p14="http://schemas.microsoft.com/office/powerpoint/2010/main" val="992091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A46B8-CC7B-4A23-A958-AD0766C9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A2B1E-F1A3-424A-93DC-6F42AED6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KIẾN TRÚC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8A814-0889-4807-8F8F-CBE6C68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780D-7E62-4243-87F8-690F286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Một IP, nhiều community: mô hình lab gọn nhưng đủ thiết bị.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77C2-3CAF-4095-A92D-5F6A9254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Tất cả host Zabbix trỏ về 127.0.0.1:1161, phân biệt bằng SNMP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12671-F4FD-4EAB-95C1-947CA756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61654-73AC-469B-BBE9-83A5723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91227-8612-4932-9C0F-7EF03410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396CA-E652-4115-A792-471D888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community: fortinet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CPU/RAM/Disk/Sessions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106A2-5486-478D-95DD-CB59CFFA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9443F-39B6-4CF1-BBE4-87E631C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19C77-A5ED-47EC-B780-D66BB38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community: router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CPU/Load/Traffic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2F380-B9EF-4D4D-9A00-DA4D227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3FEE1-D327-459D-A7F4-0D756CD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E611B-83D2-4CDC-AD60-E2BFEE1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community: switch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Uplink/Traffic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9E5BE-2C97-462E-8C03-35B5448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B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15CEF-B6F3-48BC-9755-CC0AAC15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SNMPSim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243DD-304C-4DF0-B38F-0241637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861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UDP 1161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SNMPv2c responder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từ *.snmprec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F6EB4-DD6D-4443-A51D-3487A25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575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FF8C3-56EA-43F3-8CA7-0511C41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Zabbix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9399F-88EF-45B4-B959-A25CC570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861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Hosts + Items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Triggers + Actions</a:t>
            </a:r>
          </a:p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Dashboard + Problems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9F1EC-8AB0-4DED-AE0C-96ECA88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7452">
            <a:off x="2778774" y="3467100"/>
            <a:ext cx="215770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B6ECE-A516-40C4-AFE2-5D7A019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671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C0F1E-6ABE-43AD-997C-A22B40B8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1304">
            <a:off x="2745971" y="4267200"/>
            <a:ext cx="22233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8705F-BBBF-4CBD-94EB-B0B2A4B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38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73E4C-0964-4094-8D98-DD81B09F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30924">
            <a:off x="2479426" y="5000625"/>
            <a:ext cx="27563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C34A4-3850-44B9-9A77-BD1BB9BD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481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623BB-6563-4C9B-86B4-F54C6EA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867150"/>
            <a:ext cx="1666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4A35D1-6834-4CF3-BC65-D5AB4927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6752B-9DE9-48F7-AA1D-2E8F6F4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3505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efa2d99694a9b"/>
          <a:stretch xmlns:a="http://schemas.openxmlformats.org/drawingml/2006/main"/>
        </p:blipFill>
        <p:spPr>
          <a:xfrm xmlns:a="http://schemas.openxmlformats.org/drawingml/2006/main">
            <a:off x="7715250" y="5031229"/>
            <a:ext cx="3429000" cy="891292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0068A-8C4A-4B2F-A3EA-CB041076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Proof: snmpwalk kiểm tra community trước khi add host vào Zabbix.</a:t>
            </a:r>
          </a:p>
        </p:txBody>
      </p:sp>
    </p:spTree>
    <p:extLst>
      <p:ext uri="{BB962C8B-B14F-4D97-AF65-F5344CB8AC3E}">
        <p14:creationId xmlns:p14="http://schemas.microsoft.com/office/powerpoint/2010/main" val="947404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F7AA38-9F2A-4232-8653-65662C68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7C7F5-E178-4E18-95F9-DB5FFAB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NGUỒN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714C2-0B62-46AB-99F5-B4FEBE94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4130A-1E07-416C-A9B6-8C5D855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Dashboard SNMPSim giúp chủ động tạo sự cố để demo Zabbix.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AB72D-8800-4F47-9E81-36EBF4F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Không cần thiết bị thật: kéo CPU/RAM lên cao, Zabbix sẽ poll được giá trị thay đổi.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81242-A3F1-4F16-A055-0A1028B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7A50-C309-4C5B-A200-7C9B857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6934200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d1c6f73b54066"/>
          <a:srcRect xmlns:a="http://schemas.openxmlformats.org/drawingml/2006/main" l="13836" t="0" r="13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3362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AA409-AF4D-45E5-8C73-DF45B29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024BD-4744-4E04-8AA4-AF543462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255BA-8F46-4A35-AABA-EB678863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336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945A2-F86C-4A62-8296-59A8BF1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3845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Firewall, Router, Switch và Server hiển thị trong một sơ đồ mạng.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EBCE8-0C7A-4ED0-B115-04A6746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55741-173B-43F3-BABF-2F62FFC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1617C-4D56-42CC-BA59-FC20670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909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Realtime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5F84B-E1F2-4914-872E-23EAD912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9575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RAM, disk, sessions, traffic và load average cập nhật liên tục.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C9FED-3CA7-4795-BD9B-197F554D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B224A-A154-4C6E-8060-B461D2CE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97DB5-4BBF-4D20-93DB-FE34BB2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0482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Force / 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FB306-0207-4FCB-A4C0-1D89DD03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353050"/>
            <a:ext cx="2647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Tạo high load để trigger Zabbix, sau đó reset về normal để recovery.</a:t>
            </a:r>
          </a:p>
        </p:txBody>
      </p:sp>
    </p:spTree>
    <p:extLst>
      <p:ext uri="{BB962C8B-B14F-4D97-AF65-F5344CB8AC3E}">
        <p14:creationId xmlns:p14="http://schemas.microsoft.com/office/powerpoint/2010/main" val="1773606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0AD31-F87E-4129-9AEF-D904584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38E00-F80F-4291-97B7-9F6A58E1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CẤU HÌNH ZABBIX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86017-0643-4204-B5EA-26CB7F3E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52CE2-D13C-46B9-B92F-E2D47007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Mỗi thiết bị là một host SNMP riêng trong Zabbix.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FCE0-FB0D-4F62-849A-55A5B02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Điểm mấu chốt: cùng IP/port, khác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9613E-CCB1-45B2-AFC7-2C2D9159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A14EE-057C-4738-95E1-E43D142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362325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d084aef3b4a0c"/>
          <a:stretch xmlns:a="http://schemas.openxmlformats.org/drawingml/2006/main"/>
        </p:blipFill>
        <p:spPr>
          <a:xfrm xmlns:a="http://schemas.openxmlformats.org/drawingml/2006/main">
            <a:off x="685800" y="2416344"/>
            <a:ext cx="3286125" cy="350168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9A770-8F83-42EC-AC77-ED571966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86025"/>
            <a:ext cx="645795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a0d38b66840c9"/>
          <a:stretch xmlns:a="http://schemas.openxmlformats.org/drawingml/2006/main"/>
        </p:blipFill>
        <p:spPr>
          <a:xfrm xmlns:a="http://schemas.openxmlformats.org/drawingml/2006/main">
            <a:off x="4333875" y="2531390"/>
            <a:ext cx="6381750" cy="27953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B323C-CACF-4E1D-BF2D-03CF212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3B4DC-985A-4337-80EF-7D7C3360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340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9D16D-AE7D-4081-9D67-6CA63F09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534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fortinet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DC4D2-03A0-4348-B8A3-50A860F1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007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BC64F-7B34-429F-9132-25EC48CD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C7885-8FBB-44EA-9845-21EE1A5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8578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8B6D8-F922-4FE9-90AB-356664A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1245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71AC4-EA00-4C30-909F-DC200EC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1817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47060-1414-4FDD-A8C8-FD507D2B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1817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switch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46671-FC1F-4255-8B01-FB29BDC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Host interface: SNMP | IP: 127.0.0.1 | Port: 1161 | Version: SNMPv2</a:t>
            </a:r>
          </a:p>
        </p:txBody>
      </p:sp>
    </p:spTree>
    <p:extLst>
      <p:ext uri="{BB962C8B-B14F-4D97-AF65-F5344CB8AC3E}">
        <p14:creationId xmlns:p14="http://schemas.microsoft.com/office/powerpoint/2010/main" val="1608664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03C59-4AB7-4099-8ADE-C7971537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C62F0-EC75-4746-9A43-52F52FF7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FIREWALL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D8FFC-5D9A-4623-A537-223E78B5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7EF38-3D10-48E6-A021-FA0CC45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FortiGate-FW tập trung vào tải hệ thống và session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B335-9F29-41DD-9577-A7346F76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Các OID vendor Fortinet giúp Zabbix theo dõi CPU, RAM, Disk và số phiên kết nối.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9E65D-0BCA-4768-8BAD-C0B96BC9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5D2A4-4CFC-449E-8766-D8F96E1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172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5ce35cd6541ba"/>
          <a:stretch xmlns:a="http://schemas.openxmlformats.org/drawingml/2006/main"/>
        </p:blipFill>
        <p:spPr>
          <a:xfrm xmlns:a="http://schemas.openxmlformats.org/drawingml/2006/main">
            <a:off x="647700" y="2952396"/>
            <a:ext cx="6096000" cy="188665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46D77-19DD-4D79-BA9F-55C4B0F3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3905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4810F-0940-4373-AF05-360878F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Fortinet 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4B727-2D37-4083-8D8F-EB206C6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2FD06-6D7C-45EC-B853-0BCBAC64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1.3.6.1.4.1.12356.101.4.1.3.0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C78DF-0AA9-4FF9-A1E2-B40259A0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95853-D97F-4C80-9385-5EDDBD7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48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1.3.6.1.4.1.12356.101.4.1.4.0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9F793-A535-4606-A013-DC7EDCA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Disk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326ED-5D86-429B-9E52-BB30D41A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1.3.6.1.4.1.12356.101.4.1.6.0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927A-45E4-4669-A758-24A16591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43454-0B37-4E9E-9D97-DDCC4C0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38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1.3.6.1.4.1.12356.101.4.1.8.0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A8FD0-608E-4CF6-B682-2995468B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F5CB2-2304-455B-91F8-500078B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BD4B6-1CE6-4614-9C5A-767550D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AAFA3-DE60-4618-B75F-1B285EE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CPU/RAM &gt;= 70%; Disk &gt;= 80%; Sessions &gt;= 5000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AE39F-3A1E-41FF-A2DC-E1876BA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197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332AE-7207-41E8-ABB8-4D48BB7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6197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1927C-8839-4358-A0F3-ED954E05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772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E532C-BF08-41E9-ADBE-83AC49C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076950"/>
            <a:ext cx="2171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CPU/RAM/Disk &gt;= 90%; sessions tăng bất thường</a:t>
            </a:r>
          </a:p>
        </p:txBody>
      </p:sp>
    </p:spTree>
    <p:extLst>
      <p:ext uri="{BB962C8B-B14F-4D97-AF65-F5344CB8AC3E}">
        <p14:creationId xmlns:p14="http://schemas.microsoft.com/office/powerpoint/2010/main" val="554175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01093-EE9B-4794-BC53-044CC476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1039-1BBF-4752-A224-C2961E5A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ROUTER &amp; 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5314B-196C-49E5-833A-6D3FFA27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4D299-081F-4AB0-B891-E18E190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Router/Switch cần giám sát cả sức tải lẫn traffic đường truyền.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06EB4-3A81-4439-B296-D8221EA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Counter SNMP tăng dần nên Zabbix phải dùng Store value: Delta speed per second.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6112A-251C-43AF-9441-BAB86987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DA1CF-D16D-4926-9FD3-EE69B2C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2673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fb3877e664810"/>
          <a:stretch xmlns:a="http://schemas.openxmlformats.org/drawingml/2006/main"/>
        </p:blipFill>
        <p:spPr>
          <a:xfrm xmlns:a="http://schemas.openxmlformats.org/drawingml/2006/main">
            <a:off x="666750" y="2800470"/>
            <a:ext cx="5191125" cy="135231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6D2EF-624B-4D94-87F8-A540A298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95525"/>
            <a:ext cx="52673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e61bdbd1a4fe3"/>
          <a:stretch xmlns:a="http://schemas.openxmlformats.org/drawingml/2006/main"/>
        </p:blipFill>
        <p:spPr>
          <a:xfrm xmlns:a="http://schemas.openxmlformats.org/drawingml/2006/main">
            <a:off x="6334125" y="2909665"/>
            <a:ext cx="5191125" cy="113392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BC687-D732-495F-95BE-6A5B9A7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457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CB06E-59DB-417F-BDBE-25BAA856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B349C-05D2-4641-9141-F6EF3CD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53025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Router-Sim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383CE-EEAC-4E74-B958-80A2F17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57825"/>
            <a:ext cx="426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 Cisco OID, RAM UCD, load average 1m, Gi0/0 In/Out octets.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B93AD-8E27-4EE9-8400-C0A84548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457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4FB3B-269A-4A5A-9758-FC0147D1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1C09A-4BD2-4DD8-961D-5730AD4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53025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Switch-Sim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4319B-D24E-4F5B-9849-1A472BC4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57825"/>
            <a:ext cx="426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CPU, RAM, uplink status, uplink In/Out octets theo ifIndex 6.</a:t>
            </a:r>
          </a:p>
        </p:txBody>
      </p:sp>
    </p:spTree>
    <p:extLst>
      <p:ext uri="{BB962C8B-B14F-4D97-AF65-F5344CB8AC3E}">
        <p14:creationId xmlns:p14="http://schemas.microsoft.com/office/powerpoint/2010/main" val="17485552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11D26C-822A-4487-ADA8-56A4934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5A323-8EA9-48C9-8F3B-31C441B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5A186-BBEA-4545-8BA0-B4AF3F1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652E0-94B1-44EB-9D39-1F3BE69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Ngưỡng cảnh báo được thiết kế theo mức vận hành dễ giải thích.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A07E7-6FD8-4792-B6C0-075614BB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Warning dùng cho dấu hiệu quá tải; High dùng khi ảnh hưởng dịch vụ hoặc uplink down.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4BA43-7BE9-450A-8780-9F59208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5B194-4830-44A1-87AD-179B610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21945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60aeb858541ff"/>
          <a:stretch xmlns:a="http://schemas.openxmlformats.org/drawingml/2006/main"/>
        </p:blipFill>
        <p:spPr>
          <a:xfrm xmlns:a="http://schemas.openxmlformats.org/drawingml/2006/main">
            <a:off x="666750" y="2516017"/>
            <a:ext cx="3143250" cy="33023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A3A2A-BF6D-45AF-B508-F0B859D0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A20CC-2BD8-42ED-9EAA-3406D29A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4012D-CD0F-4CB7-B84C-17C91380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Firewall CPU critical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9D43E-AF09-4E96-83CC-E7CAF2F3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9557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last(/FortiGate-FW/fortinet.cpu)&gt;=90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2834A-30DD-4D87-83D9-925411D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050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385DD-AD98-4CF2-A480-970AFA9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6222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AF5F1-1B86-4157-99FE-C7B1943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93E3A-D83A-4A84-8F0C-2E7143D4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56329-DA57-442D-A47C-6F422325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Router load 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DE17C-DB11-4A3E-AF68-92CA7EAD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052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last(/Router-Sim/router.load.1m)&gt;=5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A0E47-CCF3-4E79-A3C8-151E4E77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147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FA8B-9276-4EEA-8E6C-F7CD2CE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71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41A64-5F94-4B73-AC63-4956937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52875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8602-E99F-4491-9A95-B1A8F0CE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528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C39A1-B24D-48C1-A2AC-769632F8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481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Switch uplink 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7472F-4521-40DA-81B3-25313B3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1482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last(/Switch-Sim/switch.uplink.status)&lt;&gt;1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517E3-2487-4BD0-9EF6-E7DCBF8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243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F4A23-6E8F-460E-AB6B-E243CB8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814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C7839-B20F-4C3B-BBE6-4A6C430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70EFF-40A3-444A-88CB-DA8AD489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274DE-C065-4EC9-A3D1-39915563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57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Fortinet sessions 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E8A3D-A28C-471C-AD6E-5777B88A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1244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last(/FortiGate-FW/fortinet.sessions)&gt;=5000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42C54-787F-402C-9433-33EC17E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339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C5D33F-7110-4E2A-98D0-CDB0A0B2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91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Average</a:t>
            </a:r>
          </a:p>
        </p:txBody>
      </p:sp>
    </p:spTree>
    <p:extLst>
      <p:ext uri="{BB962C8B-B14F-4D97-AF65-F5344CB8AC3E}">
        <p14:creationId xmlns:p14="http://schemas.microsoft.com/office/powerpoint/2010/main" val="6137934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A3EDC-C18B-4856-9D0D-8AF851A1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07D10-9F7B-4378-88E9-EAF348F0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ALERTING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513CA-F2D0-4563-B437-0752D7F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22B0F-C1F5-4FA3-B765-F1A0C34E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Zabbix không chỉ hiển thị Problem, mà còn gửi thông báo ra ngoài.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5202-98C8-461A-A900-0D8A9BD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Email đã chạy; Telegram thay SMS trong lab; call cần webhook đến Twilio/PagerDuty/Opsgenie.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7F9F6-ED7F-4CE5-A784-99D650B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63A2C-E2E9-4A3A-9F24-1AB319D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6957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f3c4b7f024026"/>
          <a:stretch xmlns:a="http://schemas.openxmlformats.org/drawingml/2006/main"/>
        </p:blipFill>
        <p:spPr>
          <a:xfrm xmlns:a="http://schemas.openxmlformats.org/drawingml/2006/main">
            <a:off x="1005175" y="2324100"/>
            <a:ext cx="2980751" cy="2238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CBC8A-7BFE-4F7D-BE1F-38357610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62674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0bf3862d54e93"/>
          <a:stretch xmlns:a="http://schemas.openxmlformats.org/drawingml/2006/main"/>
        </p:blipFill>
        <p:spPr>
          <a:xfrm xmlns:a="http://schemas.openxmlformats.org/drawingml/2006/main">
            <a:off x="4918440" y="2428875"/>
            <a:ext cx="5879369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DD8B2-F590-4F0F-9A6C-9120596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333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C919D-E671-46C9-8C24-158C4496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94C4C-AFBF-432F-A1D8-554E3B8C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2028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Web + Audio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F650A-4373-46B2-AC4A-C1EEFFFB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5307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Problems widget và frontend sound khi trình duyệt Zabbix đang mở.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A7C5E-B3AA-49F1-9679-777FCE0A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333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25368-D62B-4B8E-A935-5EFAB0E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6BE6-4062-4503-A42B-369AF0FF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48275"/>
            <a:ext cx="2028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1FBBF-8657-416F-9ADA-607C392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55307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SMTP Gmail bằng App Password; kiểm tra Reports -&gt; Action log.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56F77-7BDF-4E11-933A-04420D0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95875"/>
            <a:ext cx="2333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7CD68-4591-4BA4-B13F-D816BB29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95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A81AC-35E7-4869-885D-1E8EF3C1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48275"/>
            <a:ext cx="2028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Telegram/SMS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93DE3-1F58-411E-841E-B083DA5A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5307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Telegram Bot thay SMS; SMS thật cần gateway ngoài.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49D03-093E-4D89-B222-E24B5FDC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95875"/>
            <a:ext cx="2333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43A58-60E9-48B5-8BD1-2F08608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95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CCCB9-1C30-4640-B9F7-4834B06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248275"/>
            <a:ext cx="2028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75BD1-5F0D-468D-AACB-355974A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55307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Webhook đến Twilio Voice hoặc nền tảng on-call.</a:t>
            </a:r>
          </a:p>
        </p:txBody>
      </p:sp>
    </p:spTree>
    <p:extLst>
      <p:ext uri="{BB962C8B-B14F-4D97-AF65-F5344CB8AC3E}">
        <p14:creationId xmlns:p14="http://schemas.microsoft.com/office/powerpoint/2010/main" val="17177777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A9EE3-37A6-4A51-B691-555F67A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EB43F-0BDF-4468-A8C1-B439D7C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KẾT QUẢ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8B528-AAE4-4779-A215-33C20C5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025F-661D-43C8-AC5D-8815717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Latest data và Problems là hai bằng chứng chính khi bảo vệ.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8A9BC-C766-430B-A9AC-F1B9169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Một bên chứng minh Zabbix thu thập được metric; bên kia chứng minh trigger đã hoạt động.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97304-EEE3-44F3-AA03-C64EBCE7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67D43-2F45-430C-9B18-3B5BCC45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5029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64799edd4d9b"/>
          <a:stretch xmlns:a="http://schemas.openxmlformats.org/drawingml/2006/main"/>
        </p:blipFill>
        <p:spPr>
          <a:xfrm xmlns:a="http://schemas.openxmlformats.org/drawingml/2006/main">
            <a:off x="666750" y="2637094"/>
            <a:ext cx="4953000" cy="139331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B94DB-D9F3-491C-9009-14EF750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95525"/>
            <a:ext cx="5029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f46417b8a415f"/>
          <a:stretch xmlns:a="http://schemas.openxmlformats.org/drawingml/2006/main"/>
        </p:blipFill>
        <p:spPr>
          <a:xfrm xmlns:a="http://schemas.openxmlformats.org/drawingml/2006/main">
            <a:off x="6191250" y="2927335"/>
            <a:ext cx="4953000" cy="81283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C542D-DE71-46CF-924D-3D55B8A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9C1A1-40D7-4609-AFE1-78FF12FB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9EA4-15D4-4D91-BC7B-43E0A289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388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Latest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66955-8E6D-457B-8EFF-F5C7E7C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CPU/RAM/Traffic có giá trị cập nhật theo chu kỳ poll. Đây là bằng chứng thu thập thành công.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7740B-33DE-4DF3-A07F-1D5FC994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A834A-9B94-4F07-B556-6B9C250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D7C82-B06E-4DD0-A33C-59CEC32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14900"/>
            <a:ext cx="388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Problems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393C9-271E-482C-9082-063264EF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Khi Force High Load, trigger sinh Problem và kích hoạt action cảnh báo.</a:t>
            </a:r>
          </a:p>
        </p:txBody>
      </p:sp>
    </p:spTree>
    <p:extLst>
      <p:ext uri="{BB962C8B-B14F-4D97-AF65-F5344CB8AC3E}">
        <p14:creationId xmlns:p14="http://schemas.microsoft.com/office/powerpoint/2010/main" val="17407084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4A110-49A7-47C4-848F-83D699CC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A4551-F63A-4CD1-870B-A5242F4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BAACD-411B-410C-B0BC-007FA130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A034D-DFFC-4101-8E5F-318C5E57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Lab hoàn thành chuỗi giám sát tập trung từ metric đến cảnh báo.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CCDEB-2091-4C56-BBC0-66549A62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Mô hình đủ để demo quy trình trước khi triển khai template SNMP cho thiết bị thật.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BD4C0-7760-4B97-A89F-98E5C13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 03 | Zabbix SNMP Monitoring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46A29-6D77-48F0-A0B9-9D22EDE7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6E392-F482-49BE-A16D-FEB200F4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9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A56A0-4E93-4658-8966-3D7607F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SNMPSim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5A4F-3916-479B-A4BB-22C682E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Giả lập Router, Switch, Firewall, Server qua SNMPv2c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834B7-7243-47E0-85D3-35C6EDF9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DA40F-AD74-418D-BA5E-597ABF6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28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A5CF0-6BB5-4067-818C-9D12B245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Zabbix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6003C-9D2C-431E-B639-326CA402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194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Thu thập CPU, RAM, Disk, Sessions, Load và Traffic counters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FCECB-911E-4512-B621-9E4BF74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AAE6E-D0AE-4C8B-90AC-FF58B7BD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3AB2C-C3DA-42ED-8E0B-9F652C7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Triggers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6E010-46C3-427C-9645-045EEAD4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386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Phân loại Warning/High theo ngưỡng dễ giải thích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5A743-711C-41B0-BD7A-1B6E54AA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D2A26-107C-4B2C-AC0B-D3E190C0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67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D4E4C-DE5F-49EB-B504-68BBFFE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E53A7-5B4E-4E47-80D0-DC0F3BEC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577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Web, Email, Telegram/SMS, Call gateway và Audio frontend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8BB15-A20F-4760-A814-4B0B6065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477C2-6F99-4056-B367-B3C8AD68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47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Hướng phát triển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984CC-D15C-47EB-A475-DB4BE39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• Dùng template SNMP chính thức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• Tích hợp SIEM/Wazuh cho log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• Webhook SMS/Call thật</a:t>
            </a:r>
          </a:p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• Dashboard NOC hoàn chỉnh</a:t>
            </a:r>
          </a:p>
        </p:txBody>
      </p:sp>
    </p:spTree>
    <p:extLst>
      <p:ext uri="{BB962C8B-B14F-4D97-AF65-F5344CB8AC3E}">
        <p14:creationId xmlns:p14="http://schemas.microsoft.com/office/powerpoint/2010/main" val="1970942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2026-06-01T18:33:07.8340000Z</dcterms:created>
  <dcterms:modified xsi:type="dcterms:W3CDTF">2026-06-01T18:33:07.8340000Z</dcterms:modified>
</coreProperties>
</file>