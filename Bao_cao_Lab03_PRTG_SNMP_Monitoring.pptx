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07337496554052" /><Relationship Type="http://schemas.openxmlformats.org/officeDocument/2006/relationships/extended-properties" Target="/docProps/app.xml" Id="R0a7b52c33f6c4882" /><Relationship Type="http://schemas.openxmlformats.org/officeDocument/2006/relationships/officeDocument" Target="/ppt/presentation.xml" Id="R2d1f7a5e338546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76f2ef4bb44d8"/>
  </p:sldMasterIdLst>
  <p:notesMasterIdLst>
    <p:notesMasterId xmlns:r="http://schemas.openxmlformats.org/officeDocument/2006/relationships" r:id="R38a16b86e8e04afb"/>
  </p:notesMasterIdLst>
  <p:sldIdLst>
    <p:sldId xmlns:r="http://schemas.openxmlformats.org/officeDocument/2006/relationships" id="256" r:id="R1a3fd0f213104793"/>
    <p:sldId xmlns:r="http://schemas.openxmlformats.org/officeDocument/2006/relationships" id="257" r:id="Rf6b01f9a85584e9c"/>
    <p:sldId xmlns:r="http://schemas.openxmlformats.org/officeDocument/2006/relationships" id="258" r:id="R3a24f76d056b44e2"/>
    <p:sldId xmlns:r="http://schemas.openxmlformats.org/officeDocument/2006/relationships" id="259" r:id="Rbd5653247fb54c81"/>
    <p:sldId xmlns:r="http://schemas.openxmlformats.org/officeDocument/2006/relationships" id="260" r:id="R143a1e377a584227"/>
    <p:sldId xmlns:r="http://schemas.openxmlformats.org/officeDocument/2006/relationships" id="261" r:id="Rbfab8c3bef794cd7"/>
    <p:sldId xmlns:r="http://schemas.openxmlformats.org/officeDocument/2006/relationships" id="262" r:id="Rf3bb0de5354e4b2a"/>
    <p:sldId xmlns:r="http://schemas.openxmlformats.org/officeDocument/2006/relationships" id="263" r:id="R6a507bfd8b164deb"/>
    <p:sldId xmlns:r="http://schemas.openxmlformats.org/officeDocument/2006/relationships" id="264" r:id="R1f1db4258d8946fc"/>
    <p:sldId xmlns:r="http://schemas.openxmlformats.org/officeDocument/2006/relationships" id="265" r:id="R12268e1a99ff49af"/>
    <p:sldId xmlns:r="http://schemas.openxmlformats.org/officeDocument/2006/relationships" id="266" r:id="R158837ea0fcd4182"/>
    <p:sldId xmlns:r="http://schemas.openxmlformats.org/officeDocument/2006/relationships" id="267" r:id="R1be46f0d03274096"/>
    <p:sldId xmlns:r="http://schemas.openxmlformats.org/officeDocument/2006/relationships" id="268" r:id="R1a1bb1eab4124f77"/>
    <p:sldId xmlns:r="http://schemas.openxmlformats.org/officeDocument/2006/relationships" id="269" r:id="R687e6d7bde7d4b8e"/>
    <p:sldId xmlns:r="http://schemas.openxmlformats.org/officeDocument/2006/relationships" id="270" r:id="Rc6bf75b65a5f488e"/>
    <p:sldId xmlns:r="http://schemas.openxmlformats.org/officeDocument/2006/relationships" id="271" r:id="Rab0b291785be4f71"/>
    <p:sldId xmlns:r="http://schemas.openxmlformats.org/officeDocument/2006/relationships" id="272" r:id="Reab549e64e9f48d7"/>
    <p:sldId xmlns:r="http://schemas.openxmlformats.org/officeDocument/2006/relationships" id="273" r:id="R38cf8f019f9644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cd5dcf6eb24d0a" /><Relationship Type="http://schemas.openxmlformats.org/officeDocument/2006/relationships/slideMaster" Target="/ppt/slideMasters/slideMaster1.xml" Id="R87276f2ef4bb44d8" /><Relationship Type="http://schemas.openxmlformats.org/officeDocument/2006/relationships/notesMaster" Target="/ppt/notesMasters/notesMaster1.xml" Id="R38a16b86e8e04afb" /><Relationship Type="http://schemas.openxmlformats.org/officeDocument/2006/relationships/presProps" Target="/ppt/presProps.xml" Id="R3f3b4118deab4cb0" /><Relationship Type="http://schemas.openxmlformats.org/officeDocument/2006/relationships/viewProps" Target="/ppt/viewProps.xml" Id="Ra7c55b01ed7e4f2f" /><Relationship Type="http://schemas.openxmlformats.org/officeDocument/2006/relationships/tableStyles" Target="/ppt/tableStyles.xml" Id="Rf7e3bf7d994c4b8e" /><Relationship Type="http://schemas.openxmlformats.org/officeDocument/2006/relationships/slide" Target="/ppt/slides/slide1.xml" Id="R1a3fd0f213104793" /><Relationship Type="http://schemas.openxmlformats.org/officeDocument/2006/relationships/slide" Target="/ppt/slides/slide2.xml" Id="Rf6b01f9a85584e9c" /><Relationship Type="http://schemas.openxmlformats.org/officeDocument/2006/relationships/slide" Target="/ppt/slides/slide3.xml" Id="R3a24f76d056b44e2" /><Relationship Type="http://schemas.openxmlformats.org/officeDocument/2006/relationships/slide" Target="/ppt/slides/slide4.xml" Id="Rbd5653247fb54c81" /><Relationship Type="http://schemas.openxmlformats.org/officeDocument/2006/relationships/slide" Target="/ppt/slides/slide5.xml" Id="R143a1e377a584227" /><Relationship Type="http://schemas.openxmlformats.org/officeDocument/2006/relationships/slide" Target="/ppt/slides/slide6.xml" Id="Rbfab8c3bef794cd7" /><Relationship Type="http://schemas.openxmlformats.org/officeDocument/2006/relationships/slide" Target="/ppt/slides/slide7.xml" Id="Rf3bb0de5354e4b2a" /><Relationship Type="http://schemas.openxmlformats.org/officeDocument/2006/relationships/slide" Target="/ppt/slides/slide8.xml" Id="R6a507bfd8b164deb" /><Relationship Type="http://schemas.openxmlformats.org/officeDocument/2006/relationships/slide" Target="/ppt/slides/slide9.xml" Id="R1f1db4258d8946fc" /><Relationship Type="http://schemas.openxmlformats.org/officeDocument/2006/relationships/slide" Target="/ppt/slides/slide10.xml" Id="R12268e1a99ff49af" /><Relationship Type="http://schemas.openxmlformats.org/officeDocument/2006/relationships/slide" Target="/ppt/slides/slide11.xml" Id="R158837ea0fcd4182" /><Relationship Type="http://schemas.openxmlformats.org/officeDocument/2006/relationships/slide" Target="/ppt/slides/slide12.xml" Id="R1be46f0d03274096" /><Relationship Type="http://schemas.openxmlformats.org/officeDocument/2006/relationships/slide" Target="/ppt/slides/slide13.xml" Id="R1a1bb1eab4124f77" /><Relationship Type="http://schemas.openxmlformats.org/officeDocument/2006/relationships/slide" Target="/ppt/slides/slide14.xml" Id="R687e6d7bde7d4b8e" /><Relationship Type="http://schemas.openxmlformats.org/officeDocument/2006/relationships/slide" Target="/ppt/slides/slide15.xml" Id="Rc6bf75b65a5f488e" /><Relationship Type="http://schemas.openxmlformats.org/officeDocument/2006/relationships/slide" Target="/ppt/slides/slide16.xml" Id="Rab0b291785be4f71" /><Relationship Type="http://schemas.openxmlformats.org/officeDocument/2006/relationships/slide" Target="/ppt/slides/slide17.xml" Id="Reab549e64e9f48d7" /><Relationship Type="http://schemas.openxmlformats.org/officeDocument/2006/relationships/slide" Target="/ppt/slides/slide18.xml" Id="R38cf8f019f96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b273ec31e42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a16c8df63464a" /><Relationship Type="http://schemas.openxmlformats.org/officeDocument/2006/relationships/notesMaster" Target="/ppt/notesMasters/notesMaster1.xml" Id="R18826b49d74f43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54b6fd63fc4802" /><Relationship Type="http://schemas.openxmlformats.org/officeDocument/2006/relationships/notesMaster" Target="/ppt/notesMasters/notesMaster1.xml" Id="R543744305f9b4a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aef3e3ee3748df" /><Relationship Type="http://schemas.openxmlformats.org/officeDocument/2006/relationships/notesMaster" Target="/ppt/notesMasters/notesMaster1.xml" Id="Rb7f8a79934da4f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234dd8b0854df4" /><Relationship Type="http://schemas.openxmlformats.org/officeDocument/2006/relationships/notesMaster" Target="/ppt/notesMasters/notesMaster1.xml" Id="Rb3ab63bc28cc49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76ca3036c54ba6" /><Relationship Type="http://schemas.openxmlformats.org/officeDocument/2006/relationships/notesMaster" Target="/ppt/notesMasters/notesMaster1.xml" Id="Rd23f3887812d48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14608214d040a9" /><Relationship Type="http://schemas.openxmlformats.org/officeDocument/2006/relationships/notesMaster" Target="/ppt/notesMasters/notesMaster1.xml" Id="R7291fec69faa4c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b476c0c8f8458a" /><Relationship Type="http://schemas.openxmlformats.org/officeDocument/2006/relationships/notesMaster" Target="/ppt/notesMasters/notesMaster1.xml" Id="R848212b73afa40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75189e13c4476e" /><Relationship Type="http://schemas.openxmlformats.org/officeDocument/2006/relationships/notesMaster" Target="/ppt/notesMasters/notesMaster1.xml" Id="Re2d85176f85f48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3ba5fe25d14a97" /><Relationship Type="http://schemas.openxmlformats.org/officeDocument/2006/relationships/notesMaster" Target="/ppt/notesMasters/notesMaster1.xml" Id="R2f04b830c8b44b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6514304b6e4ec5" /><Relationship Type="http://schemas.openxmlformats.org/officeDocument/2006/relationships/notesMaster" Target="/ppt/notesMasters/notesMaster1.xml" Id="Rfa546f530ba443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42f5969d774033" /><Relationship Type="http://schemas.openxmlformats.org/officeDocument/2006/relationships/notesMaster" Target="/ppt/notesMasters/notesMaster1.xml" Id="R824a493c2f6e4f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e95ba7b5374631" /><Relationship Type="http://schemas.openxmlformats.org/officeDocument/2006/relationships/notesMaster" Target="/ppt/notesMasters/notesMaster1.xml" Id="R5bea2943301944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74306f4dc542a9" /><Relationship Type="http://schemas.openxmlformats.org/officeDocument/2006/relationships/notesMaster" Target="/ppt/notesMasters/notesMaster1.xml" Id="Ra0084a1962ce40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67ed8f15964025" /><Relationship Type="http://schemas.openxmlformats.org/officeDocument/2006/relationships/notesMaster" Target="/ppt/notesMasters/notesMaster1.xml" Id="R02c133d16b6d45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b6c40d7f4c420d" /><Relationship Type="http://schemas.openxmlformats.org/officeDocument/2006/relationships/notesMaster" Target="/ppt/notesMasters/notesMaster1.xml" Id="R080dadf6d97345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35e10e8b974a0d" /><Relationship Type="http://schemas.openxmlformats.org/officeDocument/2006/relationships/notesMaster" Target="/ppt/notesMasters/notesMaster1.xml" Id="R45527fe2dac84d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b82d3679734fbe" /><Relationship Type="http://schemas.openxmlformats.org/officeDocument/2006/relationships/notesMaster" Target="/ppt/notesMasters/notesMaster1.xml" Id="Rd10888241b444a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1a3ca8a8bc4d85" /><Relationship Type="http://schemas.openxmlformats.org/officeDocument/2006/relationships/notesMaster" Target="/ppt/notesMasters/notesMaster1.xml" Id="R499e3383a06b4d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8d831f0c8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447d548494ee6" /><Relationship Type="http://schemas.openxmlformats.org/officeDocument/2006/relationships/slideLayout" Target="/ppt/slideLayouts/slideLayout1.xml" Id="Rb8f2972271fd41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f2972271fd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83c05c38f4939" /><Relationship Type="http://schemas.openxmlformats.org/officeDocument/2006/relationships/notesSlide" Target="/ppt/notesSlides/notesSlide1.xml" Id="R6c012fe5044a40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72c64cefe41b4" /><Relationship Type="http://schemas.openxmlformats.org/officeDocument/2006/relationships/notesSlide" Target="/ppt/notesSlides/notesSlide2.xml" Id="R8d5683466eae44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92a3fcc234e7a" /><Relationship Type="http://schemas.openxmlformats.org/officeDocument/2006/relationships/notesSlide" Target="/ppt/notesSlides/notesSlide3.xml" Id="Rcfff1aaef56b4c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70e44741e4c3c" /><Relationship Type="http://schemas.openxmlformats.org/officeDocument/2006/relationships/notesSlide" Target="/ppt/notesSlides/notesSlide4.xml" Id="R19c677d1fbc6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0319f8a114f09" /><Relationship Type="http://schemas.openxmlformats.org/officeDocument/2006/relationships/notesSlide" Target="/ppt/notesSlides/notesSlide5.xml" Id="Rc80d28ca3be848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38c680f3a468e" /><Relationship Type="http://schemas.openxmlformats.org/officeDocument/2006/relationships/notesSlide" Target="/ppt/notesSlides/notesSlide6.xml" Id="R5ecdc0e671a5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f1e65f1e94871" /><Relationship Type="http://schemas.openxmlformats.org/officeDocument/2006/relationships/notesSlide" Target="/ppt/notesSlides/notesSlide7.xml" Id="Rc45c142c278f41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e48bd4a5d4e5d" /><Relationship Type="http://schemas.openxmlformats.org/officeDocument/2006/relationships/notesSlide" Target="/ppt/notesSlides/notesSlide8.xml" Id="R62a40d352c0742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fb692e9cf4dbd" /><Relationship Type="http://schemas.openxmlformats.org/officeDocument/2006/relationships/notesSlide" Target="/ppt/notesSlides/notesSlide9.xml" Id="Raedef882d5af4e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b07ad6bf84ae9" /><Relationship Type="http://schemas.openxmlformats.org/officeDocument/2006/relationships/notesSlide" Target="/ppt/notesSlides/notesSlide10.xml" Id="R4d0ad70b2c4c43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db73c7a7246b0" /><Relationship Type="http://schemas.openxmlformats.org/officeDocument/2006/relationships/notesSlide" Target="/ppt/notesSlides/notesSlide11.xml" Id="R84469f40d9be45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45db3d47c4cc1" /><Relationship Type="http://schemas.openxmlformats.org/officeDocument/2006/relationships/notesSlide" Target="/ppt/notesSlides/notesSlide12.xml" Id="Rb8d95c5b54dd43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4b43c4a0f4a4b" /><Relationship Type="http://schemas.openxmlformats.org/officeDocument/2006/relationships/notesSlide" Target="/ppt/notesSlides/notesSlide13.xml" Id="Rcf71bb89a06c42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afff312074a9a" /><Relationship Type="http://schemas.openxmlformats.org/officeDocument/2006/relationships/notesSlide" Target="/ppt/notesSlides/notesSlide14.xml" Id="Reae0b9b216ef43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f1742494a46e2" /><Relationship Type="http://schemas.openxmlformats.org/officeDocument/2006/relationships/notesSlide" Target="/ppt/notesSlides/notesSlide15.xml" Id="Ra99cc57b3a3745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9b69a8e1543b8" /><Relationship Type="http://schemas.openxmlformats.org/officeDocument/2006/relationships/notesSlide" Target="/ppt/notesSlides/notesSlide16.xml" Id="R4c37af1e7ec648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bc05067a547da" /><Relationship Type="http://schemas.openxmlformats.org/officeDocument/2006/relationships/notesSlide" Target="/ppt/notesSlides/notesSlide17.xml" Id="Rb8a5f6cc003d49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7079d599d4a9a" /><Relationship Type="http://schemas.openxmlformats.org/officeDocument/2006/relationships/notesSlide" Target="/ppt/notesSlides/notesSlide18.xml" Id="R2ec2139f11d547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E1BE87-52BB-4D73-89EB-19524B08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03FDA-C504-4BBB-8E56-C3E55E3E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6A036-6B9D-4843-9F96-54D829A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A05E7-0EC6-49C3-BDF1-5549B728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87630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0EBA8-F43C-4FEA-A86A-B22226EC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858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PRTG NETWORK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C8C0F-621D-4D56-8865-7EEAF0A6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D3B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C4A4F-C663-434B-BCD7-C3E25815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1519B-9416-42B6-A8CA-5C4029A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9925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4D428-2CA9-464D-8AD9-4290A4F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34004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6CFE0-671D-4260-A848-6C5372AC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43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2D569-7DAC-4755-8106-383A2E2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75" y="3400425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2D394-788A-4889-AE95-18FBFE5E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43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90AF8-493C-4DD3-BC53-047D11B7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LAB 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33298-25FB-4BA9-A258-E41C3454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477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Giám sát Router, Switch, Firewall và Server bằng PRTG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173DD-E12A-48F7-BE3E-0462072E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6143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Từ SNMPSim đến PRTG Sensor, limit cảnh báo, SMTP Gmail và kịch bản demo sự cố CPU/RAM.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34442-C779-4E80-BC5D-5FB0A61D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466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639F2-2B33-4B14-8FE1-FDFDB8C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A36E7-6992-4FAF-87A4-5539F913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D6618-B723-4E2E-9348-CB7F7304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Thiết bị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B25BB-603C-4FAD-ABCA-5723867D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1466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8E94C-AF83-4564-A647-3DBD3C0C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F03F5-862F-4A7D-81BE-9BF2470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577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090D8-79C8-4086-9A3A-28A2150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19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Nhóm metric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13F5A-2D85-48D2-9060-D2BFD0CA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1466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4707D-6949-48A0-9B13-0BB0E61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2DA67-C88A-440E-B632-686F1943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E41852-D4F4-489B-A169-349959E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9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Alert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B481BB-75CB-4CD4-AF80-3E134716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86250"/>
            <a:ext cx="1466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CEA1CE-1F6C-495A-8C35-611407B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8625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A9C5B-DEC1-4933-B088-61AF89B7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577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8E2AC-9C67-4B00-A771-5960B988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196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D98113-897F-48F1-8065-563E98D5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Windows Host | PRTG web app | SNMPSim UDP 161 | Gmail notification</a:t>
            </a:r>
          </a:p>
        </p:txBody>
      </p:sp>
    </p:spTree>
    <p:extLst>
      <p:ext uri="{BB962C8B-B14F-4D97-AF65-F5344CB8AC3E}">
        <p14:creationId xmlns:p14="http://schemas.microsoft.com/office/powerpoint/2010/main" val="9686159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F3E2C-3B92-4960-A74E-0A5B7709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6D349-DD5B-4E7A-891E-654FA6C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8AF0B-FBBA-4C52-922F-E7A2BDC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MỤC TIÊU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0747D-7600-49FE-B38C-9C751DC1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Lab chứng minh quy trình giám sát tập trung bằng PRTG.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C5BFF-E359-41F6-8A48-08B9D2D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Điểm quan trọng không chỉ là add device, mà là biết PRTG đang giám sát gì và cảnh báo khi nào.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2EB12-B514-4D16-AC56-18D4FF2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8BF8-454E-445B-8606-7D3C614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02BF1-F6C1-4A23-B6B9-8FCC78FA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D62E2-7AE6-4B53-B81A-B27BBA7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BBF09-ED70-4EB0-9C2C-48360CE3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Nguồn dữ liệu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D3199-2E20-49E8-A5D8-C2750A5E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8194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SNMPSim đọc các file .snmprec để giả lập Firewall, Router, Switch và Server qua SNMPv2c.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A5136-01B0-4530-B4EF-9A4893DB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649FA-B7B8-4FF1-A480-40F201D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257AD-D78D-4E83-9846-14518291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0032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Thu thập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6FED3-73F3-4B0C-94E4-D044B825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28194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PRTG tạo Device và SNMP Custom Sensor, poll OID định kỳ qua UDP port 161.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954CD-1EE1-41A9-9DEC-CDBF60C3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E3434-2622-462B-8A22-0F55C1E8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0F1AD-C5DA-4EBD-BE98-5531E750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0325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Cảnh báo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19B8A-281D-4412-B8F9-592688A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05125"/>
            <a:ext cx="28194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Channel limit đổi trạng thái sensor; Notification Trigger gửi email khi Warning/Down.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541F2-5BE6-40F2-B1D1-6C1D56B7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0956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C3D95-ABA2-4861-9932-7B63AE5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38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5140C-5A65-457A-B714-12EA064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30956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C4AEF-2255-4570-8105-D6797E4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38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264E4-F984-47D3-81A7-546A18CD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Kết quả cần trình bày khi bảo vệ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D32D0-FE22-4137-A865-791F6ED2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59D49-7F2B-42F6-9EEA-76FFE1C4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8555B-F352-4131-9C8E-3655F098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81575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PRTG đọc được OID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81D56-AC3D-4241-A937-78D84DAF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Sensor có Last Value, trạng thái Up.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26E9E-8BF6-4EAF-8CC0-46E14DF4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DB5AB-965D-4F0C-B7EC-0C847F30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24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EF0EE-B05F-4B28-A84F-132CB41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81575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Giả lập sự cố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B3A97C-7EA9-4C6A-A32A-4203AC3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38750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Force High Load làm CPU/RAM tăng.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96653B-0984-482D-A02F-BD5F01AD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107969-7523-406A-877E-E95F232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24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60304D-B863-4D20-8418-28FF9E74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1575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Sensor đổi màu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DA2375-F606-433C-83E6-4D215516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38750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Warning hoặc Down/Error theo limit.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9CFC01-CB3D-4532-8902-1ECFF80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F29442-6484-4FCB-8E8F-D07C1DB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24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DED82-83A0-44C7-870D-1532BDC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81575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Có thông báo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779FEC-CB5E-4A9F-9871-CD5298A6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38750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Email nhận được từ PRTG qua SMTP Gmail.</a:t>
            </a:r>
          </a:p>
        </p:txBody>
      </p:sp>
    </p:spTree>
    <p:extLst>
      <p:ext uri="{BB962C8B-B14F-4D97-AF65-F5344CB8AC3E}">
        <p14:creationId xmlns:p14="http://schemas.microsoft.com/office/powerpoint/2010/main" val="2795384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5D389-2417-4110-AFC6-70DF2764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78F04-BF59-4C10-8A16-2FA675B9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FEE3E-B899-43EF-8063-BB6C9FCA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KIẾN TRÚC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9718F-171D-41D0-8A7D-DA3052D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PRTG và SNMPSim cùng chạy trên Windows, device dùng localhost.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50A21-620B-42A1-8CD3-63D45DE2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Mỗi thiết bị được phân biệt bằng community string riêng, dù cùng IP 127.0.0.1.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5FC7C-A025-48F2-BF7A-F258A958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90686-0DD2-4CF8-B867-6FE3379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DF73E-54C6-4C0B-9D4C-78A42564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1D4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84030-B713-4B33-9389-CFDAF01E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75AD2-70C2-44B8-BF79-3DA9B6F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431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FortiGate-FW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B80A9-FD61-44A3-9035-9C97AF3C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7177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Firewall security 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601AD-1007-4D0E-BA32-9C38D0B3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11D48"/>
                </a:solidFill>
                <a:latin typeface="Aptos"/>
                <a:ea typeface="Aptos"/>
                <a:cs typeface="Aptos"/>
              </a:rPr>
              <a:t>community: fortinet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23F72-FFA1-42DD-A029-695CE33B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25987-2B60-4BF2-9713-FC7E0F7C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8C1BE-D192-41B4-B9DC-AD10BFAE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052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Router-Sim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CC421-B0A2-4113-BAAD-81A3C5F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3382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L3 forwarding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CC368-B989-4983-A663-B58BDEB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community: 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C6E66-5F23-4FBC-807D-F994877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C6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6EBAE-9D2F-4D57-B30F-E45DDEBC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A6195-900F-4209-8A91-1827AD25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Switch-Sim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97C88-25B5-4701-89C7-8F0155FA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9587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Core/uplink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E1D6D-ADDE-4359-9D7F-C0E7FE45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CC63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CC63F"/>
                </a:solidFill>
                <a:latin typeface="Aptos"/>
                <a:ea typeface="Aptos"/>
                <a:cs typeface="Aptos"/>
              </a:rPr>
              <a:t>community: switch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93727-BF1D-469E-85DB-61A2E335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880EE-C8BB-4687-97EF-6E9CA411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7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89A78-6EE3-4B14-B086-B583249B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293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Ubuntu-Sim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228B1-52EE-4119-AE57-68D7DAF2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57925"/>
            <a:ext cx="1333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Server workload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A38CA-879B-43B4-9FDA-DB52F1DD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0557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7C3AED"/>
                </a:solidFill>
                <a:latin typeface="Aptos"/>
                <a:ea typeface="Aptos"/>
                <a:cs typeface="Aptos"/>
              </a:rPr>
              <a:t>community: ubuntu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E173D-6B42-4E26-A04A-8E95EDE4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D76AA-3123-4FA2-BCF1-42D2E65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623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SNMPSim responder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57704-9A1D-4A19-919F-9CE7097B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148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UDP 0.0.0.0:161</a:t>
            </a:r>
          </a:p>
          <a:p xmlns:a="http://schemas.openxmlformats.org/drawingml/2006/main">
            <a:pPr algn="l">
              <a:defRPr sz="93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Data từ *.snmprec</a:t>
            </a:r>
          </a:p>
          <a:p xmlns:a="http://schemas.openxmlformats.org/drawingml/2006/main">
            <a:pPr algn="l">
              <a:defRPr sz="938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Trả lời SNMPv2c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10F98-D3E5-48AA-9834-220710D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0E52E4-2245-40E9-84E5-051DF957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623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PRTG Core/Probe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BE281E-3617-47AA-AEFD-1048304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148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Device tree</a:t>
            </a:r>
          </a:p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SNMP Custom Sensor</a:t>
            </a:r>
          </a:p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Channel limit + trigger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68986-3D88-4757-90C3-BE34B8D6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1787">
            <a:off x="2619911" y="3457575"/>
            <a:ext cx="23706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79070C-DECE-4427-A616-1F15D261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29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39CE82-C06A-4345-B0BD-0C74F264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805">
            <a:off x="2799222" y="4038600"/>
            <a:ext cx="20120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26BD9F-B94D-40EF-9E90-9190613B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29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ED8241-949B-43DD-A171-CEDB6588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77577">
            <a:off x="2667558" y="4619625"/>
            <a:ext cx="227535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A2D083-12E0-4D4E-A6EF-3FEC363D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29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D904DD-E11D-4384-B080-65D4D3AF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77523">
            <a:off x="2304657" y="5200650"/>
            <a:ext cx="3001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A6F257-BF47-4979-BC43-2F91BD6B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29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304AB0-6C8E-4E43-8C8D-EA28E00C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408622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FB48F6-75E7-4257-9A9E-AA89023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29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B5E9D9-5BC3-4470-9FD8-F88D9BC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054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Polling interval đề xuất: 60 giây để demo dễ quan sát.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6CBC3E-328B-4398-AF07-5C4CEC4C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E9F559-7D83-426B-8D31-59A7EB6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43550"/>
            <a:ext cx="2914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B030CF-BCDD-439A-8531-97462805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9117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53A640-69E6-4778-9937-B77743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578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Ảnh PRTG Root/Local Probe hoặc dashboard SNMPSim Running</a:t>
            </a:r>
          </a:p>
        </p:txBody>
      </p:sp>
    </p:spTree>
    <p:extLst>
      <p:ext uri="{BB962C8B-B14F-4D97-AF65-F5344CB8AC3E}">
        <p14:creationId xmlns:p14="http://schemas.microsoft.com/office/powerpoint/2010/main" val="19877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2E25E-B4CC-48F4-9732-753DC5A9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E4A5F-2C58-4714-8637-BEF6A7B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60DFB-77C7-48C1-9608-08030250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THÔNG SỐ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AB09A-3CBA-487E-9418-A58CE2B6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Một bảng cấu hình thống nhất giúp tránh lỗi SNMP error # -2003.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3B00C-84C4-49AE-BB1B-A0F06DA8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Trong PRTG, port và community ở device hoặc parent phải khớp đúng với SNMPSim.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D9392-916F-43D4-BC72-69D30E8C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0568C-383D-4233-B151-2A6B1CF3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44987-14D7-41F4-8C76-31FD260D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14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E8404-3199-4001-AEB4-D68578CA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Thiết bị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40249-EAA7-4844-A8A9-84C7CE27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86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757B5-A23A-40E3-B776-9D39027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62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Device PRTG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94433-7E3F-47C8-BEA9-547E4059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348AA-681A-4078-A60A-B2B94ADD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622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IP/Port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1B8D9-3238-4F0B-A6E8-5230CB86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86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7D8F5-EFB3-4CC8-A983-74EA7A26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6220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FB1C8-CE56-4D4A-92A3-E533A794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86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1CAFA-8F1A-48BE-BC06-7C0F2CB6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622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Mục tiêu giám sát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094AA-27B7-435B-8FAA-078072F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14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8490F-77EE-49C4-B1F6-9EDBD7D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C8665-D961-4239-B266-01C13EAC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43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E9406-7433-43CC-A4E1-CCC9B73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FortiGate-FW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BD90C-115A-485D-B121-4EAA8EAC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4A048-80A2-49C0-9B27-23DB450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194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127.0.0.1:161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C0B72-BC39-463E-A62C-BB969F4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43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B2EE0-1436-4FB9-AD5B-ABB1EC1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E88C3-81DA-4CB8-9A90-ACFCCF14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43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B3B4F-B37E-4723-AA01-73F900B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194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CPU, RAM, Disk, Sessions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C4D22-EED4-4DB2-A1EB-5495B9CD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14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65372A-E5D8-4150-B86B-4CDD44CE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72914B-0737-45DD-A2F5-84FD7CE7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6558D-FD7C-4CCE-98DA-9C1ADD4D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76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Router-Sim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C8159E-096E-456C-894B-DFF29C4E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F97F08-C4AF-4834-946A-EDDEFE2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766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127.0.0.1:161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DFE1E8-39D9-4D1E-9016-C8ACEF2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0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75499-860C-4F9D-AA8D-CC44D513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7660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68E635-AD25-4B87-A99D-45180B07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0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C19A38-8578-4C94-A9B2-EAADAF55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766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CPU, Load, RAM, Interface traffic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32E70B-B696-4D99-8A00-5FD05A15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14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7F81E4-B452-41C3-B678-DF17CD9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68E15-25DB-45DB-817E-39012C71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57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D81292-ACD1-4D96-B8D7-739B19D2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Switch-Sim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06CD61-4175-4450-BC84-D989182F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57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36445D-DBF8-4643-83A8-AF77DD6C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338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127.0.0.1:161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6E81F3-5451-4836-BA32-2A1E9780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57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479802-A65F-471C-9336-9420BF19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3380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5BCA99-E5AD-4202-A0BF-FBA72E5B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57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84CD39-DE12-482E-A541-5D167E0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338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CPU, Uplink status, Traffic counters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972199-A27A-4BE2-B247-360D979A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14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28216C-F4CB-4D52-AD30-EBCB879F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62D2AC-C3F4-4730-99EB-F605B1D5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14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4530ED-6EA6-4485-85A9-59EDAD3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91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Ubuntu-Sim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6B5A9A-0110-4BD5-BEAB-48EB5881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BCA9CB-083D-49B7-BC6D-D13BA66B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127.0.0.1:161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D03A89-5740-4E5A-94CA-AE27A287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DBE964-F3D9-45E2-AECF-E32041C5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9100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ubuntu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0287C9-C669-4338-8DD3-E410249E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114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1934B1-3B8C-4B1A-AED2-D05AAD92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910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CPU, RAM, Load average, Network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83725D-6502-4C2B-95D7-400C1F54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FA26E7-E690-4279-B8B0-99B68C31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2CF92C-1C3C-489D-A5DE-987F5B6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Trước khi add sensor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97F8BB-C13A-40F3-9756-6A6F005E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2914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Kiểm tra port bằng netstat và xác nhận PID thuộc python.exe hoặc snmpsim-command-responder.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1B3F1C-C502-4654-9A0A-D47D6C5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05375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0214EC-79A7-4874-8307-7148278F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0537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A8068B-08BA-4CB4-8766-08629565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482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Nếu đổi 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3C2055-8AE7-4306-9414-38D93EA6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53050"/>
            <a:ext cx="2914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Nếu SNMPSim chạy 1161 thì mọi Device trong PRTG cũng phải dùng SNMP Port 1161.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F8E5CF-C6B0-4E07-889C-B91B2CD9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05375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E7BA55-DA3B-4D06-9052-B3C9906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0537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DC4570-1FBE-410E-A282-A0D9E61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Không dùng public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CA1B3A-D3DF-41C3-AB1F-69A3D484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53050"/>
            <a:ext cx="29146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Community default public thường làm sensor No response nếu parent đang inherit sai.</a:t>
            </a:r>
          </a:p>
        </p:txBody>
      </p:sp>
    </p:spTree>
    <p:extLst>
      <p:ext uri="{BB962C8B-B14F-4D97-AF65-F5344CB8AC3E}">
        <p14:creationId xmlns:p14="http://schemas.microsoft.com/office/powerpoint/2010/main" val="10082827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E08F1F-C5BB-4D69-B70A-061BDC1D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387BE-5AD7-4285-9E58-6466B173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56E5-C89D-4261-AC08-2D4B81A6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QUY TRÌNH TRIỂN KHAI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DF50C-8E51-45E8-88AD-3557FC5D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Từ Add Device đến sensor có dữ liệu là một chuỗi 6 bước.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35F33-2764-4ED2-9C90-2408D7E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Cứ đi đúng thứ tự này thì dễ biết lỗi nằm ở SNMPSim, credential hay sensor OID.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598EF-4E11-4F13-9413-9032E0A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603D1-B785-4BC6-8509-42AC186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FA31C-6BA7-428C-BFA0-8EF8D0B7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A1543-3633-4229-BFE7-FF3FD95D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B7E60-1D95-450D-9425-4136240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19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Chạy SNMPSim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F7586-6F3E-4727-9FDE-9A17B05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955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Start responder, kiểm tra Running UDP 161 trên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EBA37-CAD4-4335-A637-A2BFD27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2AA85-40E7-4A78-9154-7E0578C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E37F4-6FA9-45DC-BE47-8D00164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Kiểm tra 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217D5-CE68-4766-A9B9-CB0684C8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338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netstat -ano -p udp | findstr :161 để xác nhận process.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756A2-7F88-4331-A417-252DD173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67FF2-A584-4C14-B228-AF5C379F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20E8E-0E25-417E-9B2E-AAB6AE3F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Add Device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6CDB7-8E37-4D5D-8F57-DBD43DC1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Trong Local Probe, tạo FortiGate/Router/Switch/Ubuntu.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35858-3CEE-4EDE-A43B-B0D174FF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C8907-85EA-4F52-9827-B4F412FF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9A46A-E9B4-4B65-892C-27FB147C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SNMP credential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42FDE-F9AE-48E5-A638-0520150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SNMPv2c, port 161, community đúng từng thiết bị.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20816-B2AF-4450-A959-8701BE92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16A5F4-49C9-4050-87C9-2757654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16440-AEBD-4868-8112-8C2CCBDE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Add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871F1-BDDA-40C3-AD79-11A4240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338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Chọn SNMP Custom Sensor và nhập đúng OID.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B2827-2B5C-40CA-A88B-8224731E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BAFD4-11FA-4121-BF9E-7454BA67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B4D9E-A386-425B-87F3-F80E43E6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958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Limit + Trigger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EA077-7051-4CFC-8153-F234468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720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Bật channel limit và Notification Trigger gửi email.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42B052-2A4A-46F1-A99F-55061511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30003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04A141-6568-4762-9471-3D7BF5F5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43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77AFCC-49B9-4670-8F45-E3E5DBE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42386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3BBCA-F0A0-44FD-A36B-D1B55BEF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81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99747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AE61C-9D23-4F02-8438-DCCF3F8A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E10DF-CF1D-435F-8E00-5D1FA53E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C96C3-F55B-49C2-B0E8-4797FEA9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GIÁM SÁT CÁI GÌ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C5007-8826-43DA-A942-ACD5209F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Các metric được chọn theo vai trò từng loại thiết bị.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AA6CE-60A6-42AA-8F1E-DEA60909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Firewall ưu tiên sessions; Router/Switch ưu tiên traffic và uplink; Server ưu tiên CPU/RAM/load.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ADD9-8109-457F-8041-CDA17AB4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61161-980E-48BF-9F35-209D6F0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755F1-111B-4342-BDB7-C0C7CEF1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E3104-9A6C-4708-95D3-8B82813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9D06C-A81F-4B71-9E84-FF630D79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3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7C473-63F0-4109-AB31-E8A821AC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145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1DC6A-6FC9-47FB-9F69-470EA87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3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1AC73-1244-4A8D-867D-F12286EF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145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CB5D5-69FA-4756-8FD0-291BA40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7BDB9-1F74-485E-8F2A-1B33D14C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145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2692D-21BA-493F-BA1F-6BBFC734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3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29C02-1AB3-460F-BA4B-6F9EE5D5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145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55E8E-DEFE-48D9-A7AF-0502820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59F75-C7E8-4319-90DC-8DAEE21E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145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Khi cảnh báo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11B82-3D80-4017-A661-EAF0D70F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31FB1-8360-4A7E-B505-4CF43AD5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24E0E-E6B3-4512-8A87-ED6B7461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384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0A121-1AD8-4D85-ACC2-F61043F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9314BF-1312-4466-8E3E-202DB288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384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64625-FE03-46F5-981F-7C279816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146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A1E8F-FEBC-4409-A671-99D9778E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384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CE53A-6325-4CF9-A58F-D064C992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146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0ED491-0D23-441C-97AB-8F4895CD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384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62984-4BAA-4525-BD08-072CC118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B6430-9D13-4EFD-9A69-AE869425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384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3E475-2892-4FA9-9962-26ECF2C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&gt;=70 Warning, &gt;=90 Error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300BE-FFE7-4BD0-831B-E798080F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790C2-6044-4D55-AE22-38924B43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AD2B31-0B55-4FDB-9E28-7D90D035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384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B919A3-111B-4B64-9065-7F7F282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146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07F68B-CE7A-4E7A-8271-0FB4272D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384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2E96AB-9858-4C47-BEFA-8C335F69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146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8ADD01-FFEB-4AF3-BEB1-2F9ED3C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384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53DF3A-5253-426D-8A88-7C344E29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146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6BFF7C-D61B-490A-8721-26F995C2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384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EFAF3D-E74F-47D8-B780-BB5CCDE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146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593323-9FCC-463A-8AE2-7FF09E3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384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635206-AAD5-4B51-929E-B5787E8B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146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&gt;=70 Warning, &gt;=90 Error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DF048-33B6-4F22-B042-A6FFCF94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49DB67-8631-4F19-8D5B-571A1B43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Disk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B87DF2-89A4-44F4-B477-1001B5E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38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68D21B-5974-44BE-B5A8-423A82D6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147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3149BA-5A39-4A66-8E01-76F9EE1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38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012847-EDAB-4C22-915C-2E1578A2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147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C38C30-8310-4830-B7B8-92DBD08F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38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6F93EB-E956-40EF-B4A6-528BC9FE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147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7D20A6-D6FC-4C78-AA7F-A088924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38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ADF7CF-CEB8-486F-9D89-E6F215F2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Tuỳ mở rộng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701368-27EF-45D9-8719-0F3D6D4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38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5C32A8-D53F-4307-B9AA-17862F87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147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&gt;=80 Warning, &gt;=90 Error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85B459-931F-4F1A-91A1-3B9F253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540D5F-1869-4AF0-9635-21BA0E3B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8D0EF2-37EC-49B4-90FA-EB6FBB6F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385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11A777-27C8-4B12-9947-AA302BA2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47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64D0B7-A3E1-4A1F-84DB-E02D55A0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385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1478CD-C2C9-4DAA-8F0E-B07FE0FE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147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D730A5-47B1-4846-B46C-5ACA0DA5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385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DCC41F-89FE-4457-AF20-52C776A5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147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87DC46-351D-42BC-A491-64BAEAFB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385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27882B-BCB7-491F-9522-BFDF6A3D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147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963B37-39D1-4A53-8B71-77AE375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385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7E986F-E1E9-4459-BA77-4ABF98A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147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&gt;=5000 Warning, &gt;=10000 Error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89E109-FC6A-4257-A5E1-9EA61A39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30335D-B412-41CC-AC18-D15318B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Load average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2F6DF5-31E5-495A-B36D-CE53143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D11481-BB97-4C25-8EBB-30C9BD7D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148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C052FA-F947-4998-A041-E27ABB4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38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DE14C6-B32D-4D9D-92C6-73AF301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148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D94ED9-E897-4E5E-816A-5C56B1E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685113C-CB4D-4341-814F-9F490C07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148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68575F-532A-47D0-8D36-E52A230C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38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AA35185-99C5-4E08-9B10-375767B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148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99C6AC-D41A-406C-B09F-84250E2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BA5C62-1AC9-48E2-959D-928E63CB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148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&gt;=5 Warning, &gt;=10 Error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AE001D7-1FEA-46EF-B3C9-CA1FB5C1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29508EB-6652-4748-9B73-16CAF3A8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Traffic counters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9AD786E-0A08-447C-AEE9-144D771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386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800407-9C59-4E35-8DFB-80BE1351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DC9EB24-778D-4386-8EDD-69554237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386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6F5650E-EF70-4B49-95D5-F47FC790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148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Gi0/0 In/Out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F72FD33-EB3C-42E0-9F0E-EB14E1DF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386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FE82A24-5EF3-4467-B650-0F3C91FC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Uplink In/Out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542ACE-8AAD-4DF6-900D-A79F7FF9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386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E671B37-DD1F-4C64-83A3-EA16FFFE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148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94FC71-5E46-4E8F-9FBD-22E18E6C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386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59EB6B4-6CC2-4A02-B06D-A53FA55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1487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Tăng bất thường hoặc mất dữ liệu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BF62AC4-590C-4527-AC1F-2E2B6707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995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959ED4-A440-435E-A6F8-AF4D8E88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Uplink status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F2F7E63-1674-441A-9FBA-650FFC31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387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5B3D30D-FB90-4A74-BC29-33AA0463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149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002581-9B54-4AAF-AAC5-A6FD92BB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0387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785D5F-457B-4F3D-BF69-7C0F7092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149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B086D85-ECD7-4844-9BC5-1806C776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387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C8BB17-3CA7-46AD-A935-1EEC56DE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149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Có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CBA2B0-A966-4657-A66F-A36F5A6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387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5B5E7A4-4D31-412B-84AF-3338251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149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B392AD2-31DA-4496-8E2A-1B8D0877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387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E1C439-7569-4566-9FE0-86197C1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14925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Khác 1 là Down/Error</a:t>
            </a:r>
          </a:p>
        </p:txBody>
      </p:sp>
    </p:spTree>
    <p:extLst>
      <p:ext uri="{BB962C8B-B14F-4D97-AF65-F5344CB8AC3E}">
        <p14:creationId xmlns:p14="http://schemas.microsoft.com/office/powerpoint/2010/main" val="14497672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E6428-470D-43B4-BF52-7FD1523E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8D4B1-0ADB-4992-A876-FE79ABBA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A697A-8ABF-4D0C-A5D6-AA5DFEDE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FIREWALL SENSORS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A69B1-9153-4056-B5BF-B52CED1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FortiGate-FW cần sensor cho tải hệ thống và session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33D56-B4F8-446C-A4E0-D5194AE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Các sensor này đủ để demo lỗi quá tải Firewall khi ép CPU/RAM hoặc tăng sessions.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DB293-AAA7-4C83-9B3B-46FA801D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D7264-F2DE-4881-ABFF-8A0B848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C7CD0-F677-434A-878D-DE2219C5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A24C4-AA3D-48D5-9DEF-3C969887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1E4EF-6A8D-4C59-B908-71A0041C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1E48B-421D-4F2B-A19D-65681804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354B1-4C89-42F1-B2B8-1B5FE77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E626F-6313-4DDD-970D-E45A1A15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Value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35544-DC27-497E-A1D2-8525EA34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058F8-9BDE-4A21-83FA-538B350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Cảnh báo đề xuất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C3067-7D2E-43EA-B7AE-6CF4A0BE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2B519-3A84-42D3-AB43-340D1CB4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Fortinet 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9EB02-CA0E-4BAC-915F-A5011CD8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DB4C3-1686-4C01-AD4A-08152C37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1.3.6.1.4.1.12356.101.4.1.3.0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C16A7-9AB4-4D8D-B480-A23F615E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76FBD-40BA-42A4-B246-8E599C7F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Absolute / 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8B4C0-3602-4A7B-94BF-91C95D11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AE1A8-1A0E-430B-87FD-01C2EF19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70 Warning, 90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13D05-DCC5-4124-92DE-8D24293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87D12-754F-48BA-A165-F2D34413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Fortinet 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5D1FB-519F-4BDB-921D-E73D24A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E24ED-D872-40D9-9BAE-36030729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1.3.6.1.4.1.12356.101.4.1.4.0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A2D12D-836D-4C8D-BDA6-9562D89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D269AC-BB3E-45BA-BE4E-3D457F4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Absolute / 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988182-CF0F-47CA-9486-8ABA32D9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33184-AB1C-4047-BD8F-4D6F3B8F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956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70 Warning, 90 Error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CA8D3E-98A6-4D8D-A593-72A9205E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E4268A-6E2F-4445-ACE8-CA0A021F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Fortinet Disk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A40C37-F917-4323-BA2E-869244EF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AC99FE-882C-42AD-A00A-7452C7FF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1.3.6.1.4.1.12356.101.4.1.6.0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22C979-CC44-4ACA-99CB-61D59D1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7D8E7E-DF68-408E-B245-2D4DD54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Absolute / 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204A65-1279-4A4D-AE3A-3D2DEF0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EEDE20-D1F9-453D-ABDA-90F64CD6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000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80 Warning, 90 Error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0954BC-FC99-45D9-9A00-CB81961F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EB1035-2241-4E5B-A33C-556B8F3B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Fortinet Sessions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57F160-E4EA-44E5-AA46-B062FD87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9595F0-AA60-4AA5-ACCE-E365798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243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1.3.6.1.4.1.12356.101.4.1.8.0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67797A-B801-4FFD-AAE5-A3E2CAAB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056CF8-6F9A-41E5-87D5-248C3C1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Absolute / Count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D01ABB-5BC7-46B6-A008-ABEEA171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25F47A-9C31-4896-B6CD-F5076EBB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5000 Warning, 10000 Error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866F4F-A747-4A70-84A1-B3A543FC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6250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50408D-4481-47DF-B550-EB838ABB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76800"/>
            <a:ext cx="2724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F60A11-A7BE-4E7B-B881-6D0FE102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33963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55B13C-7BFB-4E58-AE89-F9A8E50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00663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Ảnh SNMP Custom Sensor Fortinet CPU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4D744D-94C2-44B1-A241-BAE7C05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00675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OID Settings + Primary Channel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639966-478F-4978-AA4F-392786D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7AEE94-5887-4247-AF1C-CDFB7A0B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480522-A9B7-46D3-8688-A0B6795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Ý nghĩa bảo mật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964E36-DC39-4F08-8F1E-93E72D6C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Session tăng đột biến có thể liên quan scan, brute force, DDoS nhỏ hoặc cấu hình NAT bất thường.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B10354-86C1-405A-A6CE-0556741E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012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6FD0FB-F1C3-4A10-9307-F8173B62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0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78F3D8-4099-4772-9939-E420951E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Ý nghĩa vận hành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734C0F-782D-4704-87DE-159710C8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57800"/>
            <a:ext cx="281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CPU/RAM/Disk cao làm Firewall xử lý chậm, mất packet hoặc trễ VPN.</a:t>
            </a:r>
          </a:p>
        </p:txBody>
      </p:sp>
    </p:spTree>
    <p:extLst>
      <p:ext uri="{BB962C8B-B14F-4D97-AF65-F5344CB8AC3E}">
        <p14:creationId xmlns:p14="http://schemas.microsoft.com/office/powerpoint/2010/main" val="20380887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A431A-2E27-4587-BAF6-F9E93BB4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866F-8FE0-4B9B-A65E-32C2CF0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A907A-6777-4261-997E-0DE5ABC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ROUTER SENSORS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53E7F-35DC-479E-95C4-304F2E85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Router-Sim tập trung vào CPU, load và lưu lượng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6820E-6420-4778-A412-D46F215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Với counter dạng octets, PRTG cần hiểu đây là dữ liệu tăng dần theo thời gian.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982C0-5C9C-4FCF-B539-14F27E4B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433EC-FB3E-4349-9D8D-50AAF1EB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C50BD-0159-4E16-BB4D-758DECCF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66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CC434-1530-46ED-918C-3FE767D2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D10DB-5460-4AAD-9C99-DD90A46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0F09D-91BB-4C14-92BF-A2A07D3B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DD35E-87B3-4DE7-B747-B9C3922A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AD82F-E767-44CE-98B4-11639C9B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Unit/Ghi chú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9C574-4B0F-4BC5-80C1-A693E9C1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7EB26-60D7-448D-94B1-F8D89F3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Cảnh báo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FB3E-7135-4A89-BC85-A0B09BB7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966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38FF4-C928-44FF-BCF0-E9DD5A9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 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9B06F-DDF4-432F-93DF-3752FF7D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90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F3645-1D7C-49C9-A675-1BD75877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1.3.6.1.4.1.9.9.109.1.1.1.1.5.1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414C2-81C3-47CE-B0F4-E69A5285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C17EF-6190-4CAF-B3FA-CD5A9DE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CA7B4-4A27-4C49-8DDC-46A88128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7E426-60F0-47C0-A23A-7B464401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70/90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B174F-3175-494E-A4FB-028E2A0A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966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C7C42-94BF-4BC1-ACFA-4B3121A6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 Load 1m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00004-6F1B-4018-BBE2-00F774B7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C8C74-9B35-4894-A0B6-E773EBF9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1.3.6.1.4.1.2021.10.1.3.1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5246F-11F2-4151-A7D3-225AFBE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F2520-681C-4A71-98FA-E7EBFBB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0129C-D422-4FBB-9593-5BEC58A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908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BC086-F7FD-4F88-9998-D84C4686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5/10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BD9575-3741-4E01-BCAA-0F212508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966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1254DC-3025-4E13-A888-00760117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 RAM Total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4F0F3-8FD4-4DBF-B18A-30544B80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90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0DC59-014A-4ABD-9573-9515BBB6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1.3.6.1.4.1.2021.4.5.0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9583F-5CF3-43AB-BCC0-0E563661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034151-8449-4B66-A57D-6604B476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Bytes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206651-7F1E-47BD-B32F-73938916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8104AD-ED2E-465A-8331-E855560B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Theo RAM used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53990B-8F59-4322-91ED-4F54DA9A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966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D97B86-3B11-4E0D-9C13-C411BD7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 RAM Available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B661CE-B60A-4ED4-8FCD-79DE0152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90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F142D0-1DC3-4B4D-8F28-632F856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67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1.3.6.1.4.1.2021.4.6.0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09E9E3-FA2C-493B-A829-8D40D304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BD2004-CAC3-4C34-80FD-D5CFDE80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Bytes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36732B-3DDD-4EC6-9119-1430F7B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B605AE-E96A-4F49-8558-B3CF8A89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Low available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F9DAC5-54EF-4580-8F26-A5A3F446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966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1A765E-0901-48C7-9F88-D53A1876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 Gi0/0 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C1CE1F-8D2D-4A83-97B0-F837BF01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089B55-3D2E-4041-81A1-D7E3B9C5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67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1.3.6.1.2.1.31.1.1.1.6.2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03A82E-C24E-4DF5-BE1E-2B4F641F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DAEE03-A851-42BB-9D14-C5A18CEE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Counter/Bytes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916995-14E3-492A-8731-691F59E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067CB9-06E8-4B8B-BE63-01F4F5B9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Traffic spike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A2B42D-95F5-429A-BC5E-28DB10B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966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C8D0FF-B519-47D8-8C24-D40C1F29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 Gi0/0 Out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234534-D36B-478A-99AD-8BFEEE0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65ED31-3B81-4051-A5E7-4A593B22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672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1.3.6.1.2.1.31.1.1.1.10.2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777839-793D-4B0D-B904-021BEB0C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7933B0-85BE-4CC8-80EB-49FB0E3E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Counter/Bytes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72989B-BBD8-44D5-B409-D2859C6C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251882-79EA-49A8-A25D-94CF2EA6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6725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Traffic spike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0B77C7-F3A5-469A-933F-A3034C28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Ghi chú demo: nếu dùng SNMP Custom Advanced Sensor, đặt Counter mode hoặc channel tính delta/s để traffic có ý nghĩa theo tốc độ.</a:t>
            </a:r>
          </a:p>
        </p:txBody>
      </p:sp>
    </p:spTree>
    <p:extLst>
      <p:ext uri="{BB962C8B-B14F-4D97-AF65-F5344CB8AC3E}">
        <p14:creationId xmlns:p14="http://schemas.microsoft.com/office/powerpoint/2010/main" val="19602310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C379EB-FDD9-4971-9FE5-82ABF69A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D499B-522B-4D78-8946-CA4FC975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B8826-5B55-4C14-A551-4817819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SWITCH &amp; SERVER SENSORS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FD2E1-2DAF-4004-9BD5-A74B0E2E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Switch giám sát uplink, Server giám sát tài nguyên hệ thống.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F6252-F375-4A38-9A56-E9B0BCB1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Hai nhóm này bổ sung bức tranh mạng: đường truyền còn sống không và workload server có quá tải không.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A1193-3AB3-426E-AD19-08A43AC0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F00DB-7E4A-45D4-A893-902988A5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F1E46-35A0-4E81-8EB3-13EFCD7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928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FAADC-CFF8-4678-9102-E1E70A8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 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70B78-8DDF-44E1-A04D-3BEF61C2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90ABB-5F53-4AA7-B73F-8A763B9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3571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6863E-F083-440B-88F8-C15EC38E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C79EA-5A0F-480E-BD41-69C05269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Ghi chú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80B8C-043C-4541-8823-1A23E73A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26F9F-3F96-42B1-9924-473B8AA7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622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Cảnh báo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8B36B-BD2C-4047-B689-4A088BBF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928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A71B8-4347-4578-AE8B-805041C5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 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68408-F890-45BB-9984-8254B5B3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AF2D2-7524-4A73-BCB1-8C51A34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3571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1.3.6.1.4.1.9.9.109.1.1.1.1.5.1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00D75-D220-4276-90AA-79F7F460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86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5E7D8-2F7F-411A-B2D4-B90B0498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8F64A-CA45-4E8B-929A-7E2CA34B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1815E-260C-44B7-99A2-5FCED637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62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70/90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BC2DD-F005-4106-88C4-3902DD7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928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E5803-08B3-406D-9A1B-323B3FA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Uplink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666F1-39B7-436F-BD85-EA8FBB43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ED797-ACF0-4BC3-9C83-8A04CF4A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3571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1.3.6.1.2.1.2.3.1.2.6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C5253-2C62-487A-95AE-E289695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5F147-6AC5-4948-BBA6-3B51F4A0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62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 là 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16A76-C869-4343-881B-07BE3A08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86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268177-E268-4EFF-BD94-58E45B94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Khác 1: Error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BDB9B6-2823-4A90-BA65-D1E47642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928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B136F7-DAE7-458A-B9B1-B66651E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Uplink 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74E996-71D3-4E79-9423-70BD8FA0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D9F89-51FD-4E57-AEF8-4A6A048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3571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1.3.6.1.2.1.31.1.1.1.6.6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C1EA14-4F0D-4B3F-9F91-113EFFA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861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1F41C2-41F1-4E73-9FA3-369CF895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Counter/Bytes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F10412-FC25-4147-9E45-A965458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861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26F215-B32F-47A9-A97B-AA6EAE5E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623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Traffic spike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571CC1-DB27-4038-BC38-1914D7AA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28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17A425-E9D4-431A-BED4-A9B901FF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Uplink 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488847-C033-4936-8F37-3650A207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6C2185-026E-4F52-A110-5034B40B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3571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1.3.6.1.2.1.31.1.1.1.10.6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78FED0-3955-4815-871C-F5495BC0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862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104ED6-C39A-4B11-BFA9-F568C7FC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624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Counter/Bytes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B0B1F7-0A19-44B2-B2DF-ADF844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862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B761E6-5DCC-451E-81CC-749B6273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624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Traffic spike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8A265B-AD7B-40DA-9534-01BBB1F1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928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839F9D-EF71-4971-888C-4B034071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Server sensor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5D9DD1-602B-4201-80E0-C05AECFE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FCA5F8-2252-4ACE-B4A1-618FD93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3571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OID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1FBCCA-D243-4537-BC3C-E4D6528F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00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D08DED-73AF-4BF2-9CB8-13716630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Ghi chú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825FEB-458E-4F21-A2A6-666633F5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00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B65F6F-643E-4031-8979-138A8362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76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Cảnh báo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545399-865B-4523-86F4-BEB552D1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928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F9AD45-27F3-4085-B071-2A86F407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Ubuntu CPU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0E038F-2C48-4711-95B6-C195D26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43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B18D6C-7287-4878-9290-E878123F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9650"/>
            <a:ext cx="3571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1.3.6.1.4.1.2021.11.9.0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8BBD5D-59A1-4007-9743-6AEC1977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43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3C53B4-2D4B-4485-9C0C-7B170B81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9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9895A4-3238-4988-B918-715A8B77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43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3683E6-E2C2-44D3-9DFF-C8361C03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19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70/90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D190D9-C521-4F34-8604-C289B639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928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ABA656-CA4A-4A12-9593-33ABFEA4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RAM Total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7FD3B5-3CB6-4994-B40F-8C4C2F3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86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A2E78E-192D-4BB9-9402-7783BB61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62550"/>
            <a:ext cx="3571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1.3.6.1.4.1.2021.4.5.0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04FCD3-402C-4BD8-9988-CAEACFDF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86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FFAC46-1C46-4B11-8FF4-085B063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62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Bytes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7CAA99-9D38-4ED5-B312-37D56700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86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A01901-F37A-4827-8F3D-9A5A63E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Tính Used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E04358-A86E-4C7E-97FD-16D021B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928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E96916-AEAF-4FAD-8121-132D3FBD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RAM Available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5F129E-1696-4A0E-928C-61A929D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611B39A-6979-4C13-A3FA-46A544D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3571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1.3.6.1.4.1.2021.4.6.0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802E72-9073-4ED0-AFAC-92BEB293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292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6623D1F-1079-428C-921E-03CB36B8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05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Bytes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C6253F-1050-4554-8AED-B05727F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292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E9CE7E-73B0-4117-8DD5-A70ADBF7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05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Low memory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F04E83-E4D6-4E3A-8448-D3E432B7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928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EAB1CF-EAA4-4365-987B-FDF1EECF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Load 1m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EA7C1C-E41E-4478-8E4A-4B2539A2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721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C9E049-8200-4214-931B-1D48CF0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48350"/>
            <a:ext cx="3571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1.3.6.1.4.1.2021.10.1.3.1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BB567-0EC4-4481-A0BB-5E48A2DE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721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3169D9-EA53-4B9D-8A48-6A79B00E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48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EDCAD2F-DB02-4705-A000-6B5BA6E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721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FF72C85-1DC6-46B5-8611-A9E278E3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848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20367725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D8E7BC-4BBF-47AE-AA67-80BCEBC6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59B95-2C9B-405A-AB2F-B65E3CFD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F59F2-061B-48DE-A4CF-2080B61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TẠO SENSOR TRONG PRTG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C809A-E31D-4732-892E-54F3986C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SNMP Custom Sensor là cách nhanh nhất để đọc đúng OID lab.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C3011-A71F-401F-9008-AB57B2DC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Mỗi OID có thể tạo một sensor riêng để dễ đặt limit và nhìn trạng thái.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FD2BD-019E-4F86-B9A2-1A72B4A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58EB-068E-485F-B965-CEC5743E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D22CD-6E44-4B72-805A-524316B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5C8D2-06D0-4316-8518-67148ABE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37719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1E8FC-27C1-418A-9602-CCB7E1BB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6554F-F627-4862-A71F-484338DA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Ảnh Add Sensor &gt; SNMP Custom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5306B-1FFF-43A0-948B-A06B2A2A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9A694-0520-46DB-8C7C-694FEE0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4A457-660E-4E2C-BF6E-F2E0430F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98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Basic Sensor 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B45AF-A343-4004-93C0-FD6B454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14625"/>
            <a:ext cx="2438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Đặt tên sensor rõ ràng: Fortinet CPU, Router Load 1m, Switch Uplink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65535-5C78-4404-A6F8-A534FC9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6A966-F52E-4903-A2D1-5D69519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879B2-6292-48F2-8A59-DDD863D7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098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OID Settings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01CC4-9501-42F7-B5AB-8CE7F32D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14625"/>
            <a:ext cx="2438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Nhập OID, Value Type là Absolute unsigned integer cho CPU/RAM/Disk.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4D026-986C-4829-85A0-CC8301E1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22036-24FB-4CFB-AC6D-E9C3C409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E87FD-F669-4C1A-B35F-61A1527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576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Sensor Display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209CB-B7A7-4192-8CD4-7D55910D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62425"/>
            <a:ext cx="2438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Primary Channel đặt tên theo metric: CPU Usage, RAM Usage, Sessions.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BF5E17-7784-4769-994B-868EB34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CB435-D089-4883-AC87-FEADE59B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60390-D131-4FC3-82E1-F41EA4C2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5762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Scanning Interval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145BB-3AD7-4FA0-A2A1-50F226A5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62425"/>
            <a:ext cx="2438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Dùng 60 giây cho demo, hoặc 30 giây nếu muốn thấy cảnh báo nhanh hơn.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B3742-FB5C-475E-82D0-8631CA13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Mẹo tránh lỗi: trước khi tạo hàng loạt sensor, test một OID sysName hoặc CPU để xác nhận community và port đã đúng.</a:t>
            </a:r>
          </a:p>
        </p:txBody>
      </p:sp>
    </p:spTree>
    <p:extLst>
      <p:ext uri="{BB962C8B-B14F-4D97-AF65-F5344CB8AC3E}">
        <p14:creationId xmlns:p14="http://schemas.microsoft.com/office/powerpoint/2010/main" val="10747959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B14BF8-39FB-4D84-89D3-EB4E60F3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46962-E819-440A-B5EA-B7ADF009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BFAE5-A9A7-4805-9349-F149389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CHANNEL LIMIT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4F042-B400-4B3E-BE95-794D96F3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Limit quyết định sensor chuyển Warning hay Down/Error.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E1D3C-2A59-4F66-88DC-007C379D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Trong PRTG, limit nằm trong Edit Channel, không nằm ở màn hình Settings chung của sensor.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7BDE1-17EA-4063-B750-06516911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50C2B-881B-439F-B55C-9A0FEB0E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BAEDB-AB8E-43AB-A83E-AAC21F5C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90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04F47-7BDA-4A95-89B3-BA29C02D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6766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55B38-472C-4FCB-B4D4-64B9FB0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35D12-9F23-4C15-A448-0552E80F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Ảnh Edit Channel CPU Usage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7F566-E668-44E8-9953-E2884F6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Enable alerting based on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F133D-76C5-4350-81B4-FA669C4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A74E6-DE05-4F28-B5D6-DF56D77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B1C94-79B0-44B7-8463-B730A938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288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CPU Usage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FAF9A-8D6D-459C-A13F-EAD6094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66C02-9C1F-4942-9476-8DBC89B2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574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Warning &gt;= 70%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DF9F4-063C-42F9-AA5F-FF7A1837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DC6F2-ABEE-4398-B2ED-94ED226E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574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 &gt;= 90%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36899-CE9C-40B5-A8BA-2C3C1A08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193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Dùng cho Firewall/Router/Switch/Server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645DF-9FF2-4794-88D9-13B16FAF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F5E46-6F95-4BAD-B65F-3D1DC678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F5C93-A681-4BE7-9B70-73810C83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RAM Usage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896D1-0BA8-4F6B-87C6-1A8779F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194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A1E41-E055-4E24-9368-300F4E2D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7657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Warning &gt;= 70%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8DA99-2731-4491-9B41-9ADD1E2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194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F70F1-3A38-489F-A0E1-37B996EE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7657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 &gt;= 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6DA3E1-DC89-4A91-99F5-92DA06C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3847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Thiếu bộ nhớ hoặc leak memory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2E8D3-DB0D-4769-99B0-B50D6FA3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2337A2-F87D-4F0F-A639-90AA7D75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D8015B-9B39-4CE5-8932-6189418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671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Disk Usage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4361E2-3C3E-479E-BFAD-D25DAAA9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38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F777EE-F62B-4EAD-AAB1-2DA69FF3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957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Warning &gt;= 80%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98654-AD0E-4E4C-8C29-EB88560C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38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FB124B-27B6-47A1-A83C-69437DB4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957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 &gt;= 90%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F12A3C-7510-4DBE-90B5-DE6953A9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576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Disk gần đầy, giảm khả năng ghi log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FE49A7-22F6-4B42-95F6-5DEC15B1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C9E17-8C0B-4600-BBE5-C1167458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24B86-AF65-4AB0-9EC9-12EC88A5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59203A-CD35-4E80-819E-5EB7BF3B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576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CD5D42-239F-44E3-8D4D-CD934EEC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1482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Warning &gt;= 5000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23D0A3-91BC-4F82-8EE0-ECF24C5A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576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52A4CE-8A7D-427D-8905-FB8B4A2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1482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 &gt;= 10000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DC1350-1B33-4AAB-8C33-7698F5CA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7672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Firewall session table tăng bất thường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CC8079-6287-4051-9DD2-F416FD51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027F34-1767-42C9-A70E-30CDF03D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422598-EFE4-48CE-9FB5-7B9ABEE5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05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Load average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AC42E0-FFEA-441B-A005-2733A8F8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76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04F5DD-B1C8-473C-BD78-F3A574F6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9339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Warning &gt;= 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D2E355-724C-4FFA-A926-0FD15E3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76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A7F412-20B0-4FC6-8BF8-52765357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339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 &gt;= 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E49F0D-5279-4A6F-97D4-F369180F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958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Server/Router quá tải xử lý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CF91FB-2F6D-4C74-B238-1F093EBF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Limit chỉ đổi trạng thái sensor. Muốn gửi email thì phải cấu hình Notification Trigger ở sensor/device/group.</a:t>
            </a:r>
          </a:p>
        </p:txBody>
      </p:sp>
    </p:spTree>
    <p:extLst>
      <p:ext uri="{BB962C8B-B14F-4D97-AF65-F5344CB8AC3E}">
        <p14:creationId xmlns:p14="http://schemas.microsoft.com/office/powerpoint/2010/main" val="1675933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89D11-6EA9-42C0-B4E3-FBAF2D81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16AEA-31F3-4929-AC0A-32861A2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DA163-B857-4299-A39F-311FB9AF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NOTIFICATION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84E91-E3E7-41F8-8313-505B4FC6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Email cảnh báo dùng SMTP Gmail, SMS/Call cần gateway ngoài.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5CDDB-454A-44DD-AE40-136AC85B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PRTG có email/push tốt; SMS và gọi điện thường triển khai qua nhà cung cấp bên ngoài.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A7F94-62ED-482C-A2B3-BD2492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A4B0E-6044-43B4-A6F4-36CE5DF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64A70-FCE7-4DAF-8DF1-BCBF61A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792D9-0A9E-4B84-B744-6443B5B8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Kênh cảnh báo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ED12F-E7DE-4F20-9944-05C2C152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FA7D4-E7D5-495C-9C98-68B88367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Cấu hình trong PRTG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3CC1B-41FB-4137-9FFC-ED43A7B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1343E-4BF6-43CA-8036-A793F658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Ghi chú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E3CE1-2277-4AC0-90D9-480A82EB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A1295-EE6E-4DD9-84F7-F760E66B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Web/Alarm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2439E-530C-417E-A495-C1BE6811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2F3DA-E71C-4091-9D30-706C509F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Sensor Warning/Down hiển thị trong Alarms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52509-AA53-467C-AA84-174602F2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528E9-F3CC-4AD6-9B52-548DD2E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Luôn có, không cần SMTP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F6946-03A5-4D58-B898-6E7FCAE3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BAA00-8C16-4D68-9402-F7AF8B16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Email Gmail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1BBD0-8EEF-47B9-8767-7370CD6D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2DECDB-65B5-44AA-B64D-CE44E069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Setup &gt; Notification Delivery &gt; SMTP relay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D3112-7756-48BC-95FB-D2DB2BF2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97326-91DB-48AA-9665-3A5EB95E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smtp.gmail.com, port 587, App Password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9C078-D4D7-46C8-B521-FA4CB0C4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0B7F1-CE46-41B1-A8CD-114EA3D8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F8CC15-BEB0-475A-BDC0-839054F8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0FD574-EA23-4F1A-8194-59DC2770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SMS Delivery hoặc HTTP Notification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1E07A8-6643-44E3-B49B-802BCED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528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07D0A-9B63-4095-B448-95C8917E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Cần SMS gateway/API; Telegram có thể thay trong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7B8BF-9E0D-411A-B45D-0A754264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BDA9C8-1495-402B-A437-238907A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83565B-612C-4499-A693-570461A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310694-085D-4110-AEF5-14B5E4E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Execute HTTP Action/Webhook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A2239D-769B-4412-8A70-B8063D7E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6C7C3-921F-4CE6-B07C-8601F517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Twilio Voice, PagerDuty, Opsgenie hoặc on-call tool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CA22B7-E708-4F73-9661-85964FC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4ECD7E-78C1-4D72-A564-9BBF62B2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Audio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DD1CD2-9C78-409F-BA4A-5F69141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815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14166-9DEB-4B93-84CE-6E80ACBA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Trình duyệt/desktop notification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0FE1E3-A3B9-4311-8FE1-3335A401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7F8549-F9F1-42E6-B47D-A880C07E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Dùng trang alarm mở sẵn hoặc công cụ ngoài phát âm thanh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414716-B797-4BCC-BB8F-276BA20F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03C9AE-C090-410A-A287-585A0D7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03D17D-9ADD-43F3-99B3-AA5369DA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76875"/>
            <a:ext cx="424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Bảo mật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7FDB79-43AC-4F5B-AFD8-B2B7DED1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1675"/>
            <a:ext cx="424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Không đưa Gmail App Password thật vào báo cáo nộp chính thức; chỉ ghi 'App Password' hoặc che bớt ký tự.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3B5710-0679-446B-AABE-DC76E386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340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A41B80-A796-419E-950D-393709D4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340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39C6D2-17A4-4B31-ADB5-D5CA4A95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476875"/>
            <a:ext cx="424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Kiểm tra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CC4F0D-4170-4CF5-A4A3-F316F544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781675"/>
            <a:ext cx="424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Sau khi cấu hình SMTP, bấm Test SMTP Settings và kiểm tra email nhận ở thongvv.sec@gmail.com.</a:t>
            </a:r>
          </a:p>
        </p:txBody>
      </p:sp>
    </p:spTree>
    <p:extLst>
      <p:ext uri="{BB962C8B-B14F-4D97-AF65-F5344CB8AC3E}">
        <p14:creationId xmlns:p14="http://schemas.microsoft.com/office/powerpoint/2010/main" val="3887105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5CB85F-7BE7-4B04-933D-3FBA327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D83B5-5AFF-47AF-ACEC-614D2857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CDFDB-B6AE-4820-A8F7-CFC48F1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NOTIFICATION TRIGGER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F4FD9-BCF5-4E7E-B2FB-A080CFBD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Trigger là phần làm email thật sự được gửi.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D577A-2CB4-4A11-A91D-20394AE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Nếu chỉ bật channel limit mà không có trigger, sensor đổi màu nhưng hộp thư có thể không nhận gì.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531DC-6B5B-40FC-ACBD-DD615DCD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73910-2249-4B42-B5B7-CBEAF03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EA873-DB2B-43B0-B917-AEF9AB0A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A91C5-E14F-44D6-8C98-F93134D8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37719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6718D-E66F-4EE7-A56A-FD18E088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5673E-CC95-48BD-AAE5-E412D7D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Ảnh Notification Triggers trong PRTG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62775-1B8A-4864-9B94-69A8307F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347E6-112D-40B8-AF24-41506860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971AD-A8C1-4725-A460-E7288B88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28875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Warning 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A21D2-86EB-4B1C-955D-FF2263BC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33675"/>
            <a:ext cx="481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When sensor state is Warning for at least 0 seconds, perform Gmail Alert.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8173F-33EE-433B-9678-45C97CD2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766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04840-4B7B-409B-9953-39D68DE8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76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FEF41-B7EF-4F03-BAC5-EC3E678E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19475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Down/Error 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2A799-C3FA-4482-B458-79B3CCDB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724275"/>
            <a:ext cx="481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When sensor state is Down for at least 0 seconds, perform Gmail Alert.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23B6D-0272-4CCE-B510-52E7A3EC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672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86536-346A-4149-B52E-70E6F52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67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29805-FB95-4B5F-A514-DE1374F6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410075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Recovery trigger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7E5F6-39BF-4E41-81BD-C06F803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714875"/>
            <a:ext cx="481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When sensor state is no longer Down, perform Gmail Recovery Notification.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220D6-30E5-48C3-8CFC-7E2E933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Trong demo nên để 0-30 giây. Trigger mặc định inherited thường chờ 600 giây nên dễ tưởng PRTG không gửi cảnh báo.</a:t>
            </a:r>
          </a:p>
        </p:txBody>
      </p:sp>
    </p:spTree>
    <p:extLst>
      <p:ext uri="{BB962C8B-B14F-4D97-AF65-F5344CB8AC3E}">
        <p14:creationId xmlns:p14="http://schemas.microsoft.com/office/powerpoint/2010/main" val="569979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332840-7E16-46A3-8865-29FE918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609F6-8A13-4555-AC87-6C676D65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4D276-6171-47C5-812F-DE92CB09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KỊCH BẢN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1745C-FEC2-4641-86C9-B5C3D5E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Force High Load tạo sự cố, PRTG poll rồi gửi cảnh báo.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730A0-2F91-40E2-8B69-4D4046BE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Đây là đoạn nên trình bày live trong buổi bảo vệ lab.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584D3-6256-4F67-93BC-75A8A055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C64E1-2142-47D1-BF4F-A70A7FA8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FDC1E-2940-4F2B-9E3C-D830359A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6A015-ABC7-4E62-861C-43E47926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7359E-CF1C-41AF-809E-D666099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86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Mở SNMPSim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9A968-2760-4385-9CDF-7927C2D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62225"/>
            <a:ext cx="385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Xác nhận responder Running 0.0.0.0:161.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87641-3344-43C8-AB06-0C48010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C2538-7C01-43E5-A56F-43255AB3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DF31E-6521-40F5-9571-C639B928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766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Mở PRTG 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90EC1-09F7-4F62-9511-6D6EAD51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52850"/>
            <a:ext cx="385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Chọn FortiGate-FW và sensor CPU/RAM.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C7CD4-E7E6-4096-ACC9-04FB086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D6204-F13B-4655-B81D-3B3289F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D41A9-3F17-4005-9306-AAE365A3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67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Force High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86EAF-DD16-474A-AE1D-B8C93D2F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43475"/>
            <a:ext cx="385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Kéo CPU/RAM lên 100 trên dashboard SNMPSim.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A3742-34EE-4A59-B1B4-D3938D1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BCC2F-DE2C-4934-9ECD-466242EE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73B18-F24E-404C-9624-01B83B39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86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Chờ scan interval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C0A98-01C1-4293-8C75-00AFD635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62225"/>
            <a:ext cx="385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Sau 60 giây sensor chuyển Warning/Down.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5CB85-A51D-4503-9DAA-5147336E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7598B-5D3B-48B0-8EC4-4B234C19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5282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525C52-4B67-45BA-818F-AAD3F422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Kiểm tra 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94B49-B836-49A2-BFC4-2255C38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52850"/>
            <a:ext cx="385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Gmail nhận cảnh báo từ PRTG.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771F5-6959-40F2-8562-ACCA565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F7BE92-5DEF-4DA4-A54E-17AAA50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80BEE-3C85-4BD8-A8EC-B0E0472C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67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Reset to Normal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E7216F-7044-4B88-B233-28CC21F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43475"/>
            <a:ext cx="385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Sensor phục hồi sau vài chu kỳ scan.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35A336-7463-4CB1-BE62-AFA9CFBC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8637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82BF0-4610-412E-9D45-68B9AF6B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400675"/>
            <a:ext cx="3486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697BA1-1805-44FD-B53E-C92AEEB1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3877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91624-F707-4F25-B46A-99E2A48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0547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Ảnh sensor vàng/đỏ và email cảnh báo</a:t>
            </a:r>
          </a:p>
        </p:txBody>
      </p:sp>
    </p:spTree>
    <p:extLst>
      <p:ext uri="{BB962C8B-B14F-4D97-AF65-F5344CB8AC3E}">
        <p14:creationId xmlns:p14="http://schemas.microsoft.com/office/powerpoint/2010/main" val="19323893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BA294-E0E6-4120-B97E-C2A03E9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98A1-D54C-44B2-817F-0A15B36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10F38-0F68-4050-BF1D-75BB827C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BẰNG CHỨNG CẦN CHỤP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A6063-6FFE-4ADD-9030-380F551F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Các ảnh minh chứng giúp báo cáo và slide thuyết phục hơn.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3C999-CD49-42A1-9A50-64562D2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Bạn có thể thay trực tiếp các khung dưới đây bằng ảnh từ PRTG/CMD/Gmail.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96CBD-1D43-40F0-A82C-6B38CE7C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A3CC5-3370-4A93-8AED-584BDD4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293C4-787C-49C8-BB52-0D1E660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3FED9-7E81-4BD0-BC68-5BE77224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2914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37A6E-35FA-4F86-AF72-73547648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BA3B1-380E-4318-BBA5-5D4651C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1. PRTG Root/Local Probe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91FFC-41C6-461E-9F25-7F187FB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Có device FortiGate/Router/Switch/Ubuntu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29418-94DF-4559-AE97-CCB9FA2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C9DFB-0874-406D-AE1A-526AD276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52675"/>
            <a:ext cx="2914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A03A2-6447-4419-B1CD-690A2D4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289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7F604-B58E-4A64-9EA4-A434592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956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2. Add Device/Credential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24D99-9709-4DFD-BEA7-2874EA7D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146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IP 127.0.0.1, SNMPv2c, community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01812-060A-4945-8CB5-6214B214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ECA8A-B163-4EAE-96EB-7BF1703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52675"/>
            <a:ext cx="2914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611F5-18D4-4A9E-B721-1347D1F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766FC-9B28-43A2-9FB5-63DE105E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3. SNMP Custom Sensor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913F0-86F7-4778-AEA9-49B65747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146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OID Fortinet CPU hoặc Router 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4CC68-2F52-4137-9698-3839F00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51DE2-9668-4C25-8FB9-990AFD7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2914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7EE6E-A23A-40BD-A604-B1070BA5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E2A24-724D-4989-AC01-ADC8E0F6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4. Channel Limit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7C247-0438-45EB-B762-2D1099AB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Warning/Error đã điền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A8885-A98B-4036-9F14-0F4FCEE4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152E4-5805-444A-8D43-BB92D742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48175"/>
            <a:ext cx="2914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E4492D-596E-456F-8C96-BE63518D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24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21E1CD-FBA3-4120-8AA9-F963CD6E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91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5. Sensor Warning/Down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2A7D4C-EB87-446D-B38F-6DA38885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101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Sau Force High 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376E3-A676-4E9D-9A92-ADAB455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3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0EC4CA-F30C-40BE-9B20-A19445E8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48175"/>
            <a:ext cx="2914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1C7826-8B96-4143-A1A7-AD972F74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244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[CHÈN ẢNH MINH CHỨNG]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9B7DF1-1506-4AAD-A317-BC6D5799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6. Email Alert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B57F64-F1EE-4AD7-9C29-508B152B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101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Gmail nhận cảnh báo PRTG</a:t>
            </a:r>
          </a:p>
        </p:txBody>
      </p:sp>
    </p:spTree>
    <p:extLst>
      <p:ext uri="{BB962C8B-B14F-4D97-AF65-F5344CB8AC3E}">
        <p14:creationId xmlns:p14="http://schemas.microsoft.com/office/powerpoint/2010/main" val="192398490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27A85-7B86-4906-BF33-ED36B14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5D29E-25AA-41AF-9298-4C549139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5A481-D09A-473D-864A-87EBCF6E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LỖI THƯỜNG GẶP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C86F8-1F3B-4E90-81DA-FAF6D48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Hầu hết lỗi PRTG SNMP nằm ở port, community hoặc OID.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CDB05-634E-44F0-8351-D8D1FEB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Bảng này dùng để trả lời nhanh khi demo gặp lỗi.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EAC63-D453-4372-81BE-D78DF2A7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423BA-01AD-4B60-BD3C-DCC0EB5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84B06-1457-4E81-A191-3A09BAC1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A3A6D-4425-4A6F-A4D3-3527BE7C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Lỗi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4D397-E2C2-44B3-BB7A-4B447779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9C02D-CABE-40A9-8AAB-20FECCDE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Nguyên nhân thường gặp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5325B-8715-49E9-9491-1E319013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AB10A-67F9-49D2-A33C-92C733E0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Cách xử lý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17E34-302E-433A-B774-183DC55E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659C8-E153-4C0A-8FC5-AFB633B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SNMP error # -2003 No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682B3-233A-410A-819A-D5A675A5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62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B1C46-42AD-4905-B29C-A3D33B84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3845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Sai port, sai community, SNMPSim chưa chạy hoặc firewall chặn UDP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40236-44E7-469D-B21A-9578A4ED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AD375-8B32-464D-A50F-9E890CAB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Kiểm tra netstat, SNMPv2c, port 161/1161 và community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DA09D-E020-4853-8B8D-A0F82008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E32E8-E6C5-4F79-B9B7-CE544B58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Sensor No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A2AE0-6533-4B54-923D-3A3407B2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05CC6-74D2-4395-870E-56F478A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OID không có trong file .snmprec hoặc sensor chưa poll thành công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E63B0-94F9-4DC9-BA06-3FEB448B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52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4D4DE-C5C7-4404-BBAC-264B65AB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Test OID sysName trước, sau đó test từng OID metric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5FE2F-96A6-49A4-A044-91854DB6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F3E06-6C16-4386-8594-D477C83F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Không gửi email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CC6E9-FD7F-4FD0-9E03-0FAE04A7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4BD68-6895-49F7-9B35-F00F8BA5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SMTP chưa đúng hoặc chưa có Notification Trigger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5578EF-0E78-4FEC-AC3A-9BC315D7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433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88087A-DCF2-4C63-B1A4-25ADD54F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9550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Test SMTP Settings, thêm State Trigger 0-30 giây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C0750B-664E-4A3D-B342-D4B31075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62338-2E42-40A9-BF36-14DABF4B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Force High Load lỗi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3D61C1-CFF2-4F37-A43A-095D2FA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339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35201A-72AE-4BCF-8797-7AB7AAA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File .snmprec bị khóa khi PRTG/SNMPSim đang đọc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51A250-6ABB-44EE-AC77-D1D36251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339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6251F1-F975-4715-B5D3-894CE9DC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10100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Restart app sau bản code retry/fallback, thử lại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136594-BD8B-46B7-8BA7-E86619B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715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484508-1B44-4872-8A86-DDFE9EF9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Không thấy Limit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F10B2A-8A7E-4015-A25B-FED1B017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244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E480F6-8858-43E0-94B5-F435466E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Đang ở Settings sensor, chưa vào Edit Channel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DACAE-E7F3-4AE6-88CB-7FE0040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42EB2B-8269-4ED8-B3F5-13220E76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00650"/>
            <a:ext cx="4143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Overview &gt; bánh răng của channel &gt; Enable limits</a:t>
            </a:r>
          </a:p>
        </p:txBody>
      </p:sp>
    </p:spTree>
    <p:extLst>
      <p:ext uri="{BB962C8B-B14F-4D97-AF65-F5344CB8AC3E}">
        <p14:creationId xmlns:p14="http://schemas.microsoft.com/office/powerpoint/2010/main" val="155466631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32FC8C-D32C-48BD-99C1-B3B15F9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38047-7252-4EE1-B171-876558E6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FB3EA-04C4-4DDC-A4D5-4DFB013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9E0"/>
                </a:solidFill>
                <a:latin typeface="Aptos"/>
                <a:ea typeface="Aptos"/>
                <a:cs typeface="Aptos"/>
              </a:rPr>
              <a:t>ĐÁNH GIÁ KẾT QUẢ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1C07E-00F9-4492-8BFA-BC794B04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Lab đáp ứng đủ yêu cầu giám sát thiết bị và cảnh báo.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C8B17-C40E-4C32-A827-E021602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PRTG đã đóng vai trò công cụ giám sát tập trung; SNMPSim đóng vai trò thiết bị SNMP giả lập.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2DFAF-D5DB-4EB4-B44F-2C411C69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61E7-397D-4B47-9FD2-7F57E3B7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7A466-ABEB-40EB-BEA4-FBD2B90E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AF2B9-C9CC-4B8B-B273-A37E553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336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959B6-D368-4E1B-AFAA-E55F9FC9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05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BE5F2-0CA9-41EE-B33C-269A885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CPU, RAM, Disk, Sessions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6036A-5CE0-48A9-B2AF-CB7DD903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9AB3E-BD21-4AFC-8833-C4DEF160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Đạt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C7D36-A01C-44D2-926F-71325D2A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D1C9E-5E9D-4B42-8FB5-6B65F344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194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98740-CF67-4DC9-A433-C965F83B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FED7D-4957-4A6F-BD55-522139F5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194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CPU, RAM, Load, Interface counters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007FD-0A63-4875-9F4A-5AA2A62D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326C1-8546-4B04-80D5-D95680B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Đạt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F830B-18B7-4F2F-A1B0-3DC2B3E2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A652D-6731-40D1-A2BE-29F6331F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052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DFFF4-37BD-4EEB-86A1-01BCEB83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5FAF0-C7D7-485B-A1A4-BD4A37A0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052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CPU, Uplink status, Traffic counters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A3243-8A21-4C41-82AA-A6B29A54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9BF4A-9108-4AC1-99B1-EC6605F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71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Đạt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F4FB3-D2C8-4AC5-AC51-FA8CE1F0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3623B-0BF4-4946-AE22-91051A27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910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CF8305-CDE0-4BF0-980C-6F1212B4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DF998-59F6-4B44-9786-14552D5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910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CPU, RAM, Load average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144C3-C257-4274-8C4B-0B7123E5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005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EFE211-6462-4A77-8113-82A9DFE8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Đạt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CEAF50-9F4F-4110-8E69-358FAF0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A0CAF-6421-4E33-B25E-622A0D7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76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D478BE-7DBD-42B9-9D42-4759E95B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Alert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D6A81F-3733-44A8-9D32-939ADA83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768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Channel limit + Notification Trigger + Gmail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BB320A-8D23-49DC-BAAA-BD86D1E2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21D939-3963-400B-8A5A-C06529D1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435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Đạt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06BC80-0784-4D4D-9917-DC665A49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0E6C68-1670-4E3C-9F00-076A1A68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699917-5457-421B-B633-2A6FB5CF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48375"/>
            <a:ext cx="805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Kết luận ngắn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0F0AF4-EEBC-41D6-94E0-70905A04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53175"/>
            <a:ext cx="805815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Mô hình phù hợp để demo quy trình giám sát mạng trước khi triển khai template SNMP trên thiết bị thật.</a:t>
            </a:r>
          </a:p>
        </p:txBody>
      </p:sp>
    </p:spTree>
    <p:extLst>
      <p:ext uri="{BB962C8B-B14F-4D97-AF65-F5344CB8AC3E}">
        <p14:creationId xmlns:p14="http://schemas.microsoft.com/office/powerpoint/2010/main" val="5400982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B344C-E101-4F3D-80CD-ECBC41D4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830B4-F717-4A35-8DF0-D0BBD470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14914-F298-4189-B338-E727C5DC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A38FB-50EF-4ABF-AAAA-8086CB3F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52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PRTG hoàn thành chuỗi: thu thập metric, phân loại trạng thái, gửi cảnh báo.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1022F-AC7A-455F-B1B5-850AA4CA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Điểm cần nói khi bảo vệ: lab không chỉ giả lập thiết bị, mà mô phỏng được quy trình vận hành giám sát thực tế.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77E70-E6AF-4484-A4FA-46A82051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Lab 03 | PRTG Network Monitor | SNMP/SNMPSim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B906F-69DC-4BE9-AB13-8CD77A8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FD045-90C0-4F98-BE73-5448B087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3000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74996-2291-46E4-857D-B7042B6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18A69-18C1-4158-9343-F9E6354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71750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Đã làm được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57997-CA41-499E-B1E1-37CF07D4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76550"/>
            <a:ext cx="2676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Add device, cấu hình SNMP community, tạo sensor OID, đặt limit và gửi email alert.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1D7C2-819E-49DF-B9DF-F8E5B768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3000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8A843-68D6-4F0B-908E-2D8571B9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11A0E-F16A-4A08-9394-E6E000D4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71750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Hạn chế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D43F1-1AED-4CCA-8679-CC2E29C0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676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SNMPSim là môi trường lab; SMS/call thật cần gateway hoặc dịch vụ ngoài.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8834B-E0E7-4B14-AAD3-93AFC01E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00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C5D92-7006-468F-A50D-3C0FA0CD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ABE66-F07D-408C-B57D-AFB8AAD9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71750"/>
            <a:ext cx="2676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Hướng phát triển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0F702-2D07-4190-AD0C-D80D2137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76550"/>
            <a:ext cx="2676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Dùng device thật, template sensor, map PRTG và tích hợp SIEM/log syslog.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93053-9B25-4591-8B9A-7742F35A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981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Thông điệp cuối: biết rõ giám sát chỉ số nào, đặt ngưỡng nào, nhận cảnh báo qua kênh nào.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6C4EE-E4E1-41CD-A841-6D4CC20E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PRTG + SNMP + Notification Trigger = hệ thống giám sát tập trung có thể demo end-to-end.</a:t>
            </a:r>
          </a:p>
        </p:txBody>
      </p:sp>
    </p:spTree>
    <p:extLst>
      <p:ext uri="{BB962C8B-B14F-4D97-AF65-F5344CB8AC3E}">
        <p14:creationId xmlns:p14="http://schemas.microsoft.com/office/powerpoint/2010/main" val="1854355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2026-06-01T19:56:23.1790000Z</dcterms:created>
  <dcterms:modified xsi:type="dcterms:W3CDTF">2026-06-01T19:56:23.1790000Z</dcterms:modified>
</coreProperties>
</file>